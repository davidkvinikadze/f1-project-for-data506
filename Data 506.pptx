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B0604020202020204" charset="0"/>
      <p:regular r:id="rId11"/>
      <p:bold r:id="rId12"/>
      <p:italic r:id="rId13"/>
      <p:boldItalic r:id="rId14"/>
    </p:embeddedFont>
    <p:embeddedFont>
      <p:font typeface="Jost" panose="020B0604020202020204" charset="-52"/>
      <p:regular r:id="rId15"/>
      <p:bold r:id="rId16"/>
      <p:italic r:id="rId17"/>
      <p:boldItalic r:id="rId18"/>
    </p:embeddedFont>
    <p:embeddedFont>
      <p:font typeface="Raleway" panose="020B0604020202020204" charset="-52"/>
      <p:regular r:id="rId19"/>
      <p:bold r:id="rId20"/>
      <p:italic r:id="rId21"/>
      <p:boldItalic r:id="rId22"/>
    </p:embeddedFont>
    <p:embeddedFont>
      <p:font typeface="Krona One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50ff906783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50ff906783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50ff906783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50ff906783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50ff90678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50ff90678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50ff906783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50ff906783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50ff906783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50ff906783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50ff906783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50ff906783_1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50ff906783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50ff906783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8" name="Google Shape;98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8" name="Google Shape;108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4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3" name="Google Shape;113;p4"/>
          <p:cNvGrpSpPr/>
          <p:nvPr/>
        </p:nvGrpSpPr>
        <p:grpSpPr>
          <a:xfrm>
            <a:off x="449825" y="1100"/>
            <a:ext cx="8244125" cy="570400"/>
            <a:chOff x="449825" y="1100"/>
            <a:chExt cx="8244125" cy="570400"/>
          </a:xfrm>
        </p:grpSpPr>
        <p:sp>
          <p:nvSpPr>
            <p:cNvPr id="114" name="Google Shape;114;p4"/>
            <p:cNvSpPr/>
            <p:nvPr/>
          </p:nvSpPr>
          <p:spPr>
            <a:xfrm flipH="1">
              <a:off x="450250" y="503400"/>
              <a:ext cx="8243700" cy="68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" name="Google Shape;115;p4"/>
            <p:cNvGrpSpPr/>
            <p:nvPr/>
          </p:nvGrpSpPr>
          <p:grpSpPr>
            <a:xfrm flipH="1">
              <a:off x="449825" y="1100"/>
              <a:ext cx="8244106" cy="515409"/>
              <a:chOff x="720050" y="0"/>
              <a:chExt cx="7704052" cy="481646"/>
            </a:xfrm>
          </p:grpSpPr>
          <p:sp>
            <p:nvSpPr>
              <p:cNvPr id="116" name="Google Shape;116;p4"/>
              <p:cNvSpPr/>
              <p:nvPr/>
            </p:nvSpPr>
            <p:spPr>
              <a:xfrm>
                <a:off x="720050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960793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1201537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1442280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1683024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1923767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216451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2405254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2645997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2886741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3127484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3368228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360897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384971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409045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720050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960793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1201537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1442280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1683024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1923767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216451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2405254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2645997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2886741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3127484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3368228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360897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384971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409045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4331308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457205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481279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505353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529428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5535025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5775769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6016512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625725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6497999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673874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6979486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7220229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7460973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4331308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457205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481279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05353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29428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5535025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5775769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6016512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625725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6497999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673874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6979486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7220229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7460973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770171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794245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818320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770171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>
                <a:off x="794245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818320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180;p4"/>
          <p:cNvGrpSpPr/>
          <p:nvPr/>
        </p:nvGrpSpPr>
        <p:grpSpPr>
          <a:xfrm rot="10800000" flipH="1">
            <a:off x="8693950" y="0"/>
            <a:ext cx="466800" cy="5143500"/>
            <a:chOff x="-16750" y="0"/>
            <a:chExt cx="466800" cy="5143500"/>
          </a:xfrm>
        </p:grpSpPr>
        <p:sp>
          <p:nvSpPr>
            <p:cNvPr id="181" name="Google Shape;181;p4"/>
            <p:cNvSpPr/>
            <p:nvPr/>
          </p:nvSpPr>
          <p:spPr>
            <a:xfrm>
              <a:off x="-16750" y="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-16750" y="571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-16750" y="1143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-16750" y="1714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-16750" y="2286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-16750" y="2857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-16750" y="3429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-16750" y="4000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-16750" y="4572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Google Shape;190;p4"/>
          <p:cNvGrpSpPr/>
          <p:nvPr/>
        </p:nvGrpSpPr>
        <p:grpSpPr>
          <a:xfrm>
            <a:off x="-16750" y="0"/>
            <a:ext cx="466800" cy="5143500"/>
            <a:chOff x="-16750" y="0"/>
            <a:chExt cx="466800" cy="5143500"/>
          </a:xfrm>
        </p:grpSpPr>
        <p:sp>
          <p:nvSpPr>
            <p:cNvPr id="191" name="Google Shape;191;p4"/>
            <p:cNvSpPr/>
            <p:nvPr/>
          </p:nvSpPr>
          <p:spPr>
            <a:xfrm rot="10800000" flipH="1">
              <a:off x="-16750" y="4572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 rot="10800000" flipH="1">
              <a:off x="-16750" y="4000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 rot="10800000" flipH="1">
              <a:off x="-16750" y="3429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 rot="10800000" flipH="1">
              <a:off x="-16750" y="2857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 rot="10800000" flipH="1">
              <a:off x="-16750" y="2286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rot="10800000" flipH="1">
              <a:off x="-16750" y="1714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rot="10800000" flipH="1">
              <a:off x="-16750" y="1143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rot="10800000" flipH="1">
              <a:off x="-16750" y="571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rot="10800000" flipH="1">
              <a:off x="-16750" y="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2" name="Google Shape;20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8" name="Google Shape;208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11" name="Google Shape;211;p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2" name="Google Shape;212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5" name="Google Shape;215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" name="Google Shape;217;p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7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3" name="Google Shape;22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" name="Google Shape;231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32" name="Google Shape;232;p9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236" name="Google Shape;23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10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454975" y="599900"/>
            <a:ext cx="4116900" cy="454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" name="Google Shape;24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43" name="Google Shape;24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" name="Google Shape;245;p11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46" name="Google Shape;246;p11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7" name="Google Shape;247;p11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8" name="Google Shape;248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251" name="Google Shape;25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254" name="Google Shape;254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" name="Google Shape;256;p13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449825" y="1100"/>
            <a:ext cx="8244125" cy="570400"/>
            <a:chOff x="449825" y="1100"/>
            <a:chExt cx="8244125" cy="570400"/>
          </a:xfrm>
        </p:grpSpPr>
        <p:sp>
          <p:nvSpPr>
            <p:cNvPr id="10" name="Google Shape;10;p1"/>
            <p:cNvSpPr/>
            <p:nvPr/>
          </p:nvSpPr>
          <p:spPr>
            <a:xfrm flipH="1">
              <a:off x="450250" y="503400"/>
              <a:ext cx="8243700" cy="68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1"/>
            <p:cNvGrpSpPr/>
            <p:nvPr/>
          </p:nvGrpSpPr>
          <p:grpSpPr>
            <a:xfrm flipH="1">
              <a:off x="449825" y="1100"/>
              <a:ext cx="8244106" cy="515409"/>
              <a:chOff x="720050" y="0"/>
              <a:chExt cx="7704052" cy="481646"/>
            </a:xfrm>
          </p:grpSpPr>
          <p:sp>
            <p:nvSpPr>
              <p:cNvPr id="12" name="Google Shape;12;p1"/>
              <p:cNvSpPr/>
              <p:nvPr/>
            </p:nvSpPr>
            <p:spPr>
              <a:xfrm>
                <a:off x="720050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960793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1201537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1442280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1683024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1923767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216451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2405254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1"/>
              <p:cNvSpPr/>
              <p:nvPr/>
            </p:nvSpPr>
            <p:spPr>
              <a:xfrm>
                <a:off x="2645997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2886741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3127484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3368228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360897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384971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409045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720050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960793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1201537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1442280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1683024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1923767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216451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2405254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2645997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2886741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3127484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3368228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60897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84971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409045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4331308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457205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481279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05353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9428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535025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775769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6016512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625725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6497999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73874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979486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7220229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7460973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4331308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457205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481279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05353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29428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535025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775769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6016512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625725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6497999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73874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979486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7220229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7460973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770171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794245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818320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770171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794245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818320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6" name="Google Shape;76;p1"/>
          <p:cNvGrpSpPr/>
          <p:nvPr/>
        </p:nvGrpSpPr>
        <p:grpSpPr>
          <a:xfrm rot="10800000" flipH="1">
            <a:off x="8693950" y="0"/>
            <a:ext cx="466800" cy="5143500"/>
            <a:chOff x="-16750" y="0"/>
            <a:chExt cx="466800" cy="5143500"/>
          </a:xfrm>
        </p:grpSpPr>
        <p:sp>
          <p:nvSpPr>
            <p:cNvPr id="77" name="Google Shape;77;p1"/>
            <p:cNvSpPr/>
            <p:nvPr/>
          </p:nvSpPr>
          <p:spPr>
            <a:xfrm>
              <a:off x="-16750" y="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-16750" y="571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-16750" y="1143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-16750" y="1714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-16750" y="2286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-16750" y="2857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-16750" y="3429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-16750" y="4000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-16750" y="4572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86;p1"/>
          <p:cNvGrpSpPr/>
          <p:nvPr/>
        </p:nvGrpSpPr>
        <p:grpSpPr>
          <a:xfrm>
            <a:off x="-16750" y="0"/>
            <a:ext cx="466800" cy="5143500"/>
            <a:chOff x="-16750" y="0"/>
            <a:chExt cx="466800" cy="5143500"/>
          </a:xfrm>
        </p:grpSpPr>
        <p:sp>
          <p:nvSpPr>
            <p:cNvPr id="87" name="Google Shape;87;p1"/>
            <p:cNvSpPr/>
            <p:nvPr/>
          </p:nvSpPr>
          <p:spPr>
            <a:xfrm rot="10800000" flipH="1">
              <a:off x="-16750" y="4572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 rot="10800000" flipH="1">
              <a:off x="-16750" y="4000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 rot="10800000" flipH="1">
              <a:off x="-16750" y="3429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 rot="10800000" flipH="1">
              <a:off x="-16750" y="2857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 rot="10800000" flipH="1">
              <a:off x="-16750" y="2286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 rot="10800000" flipH="1">
              <a:off x="-16750" y="1714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 rot="10800000" flipH="1">
              <a:off x="-16750" y="1143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 rot="10800000" flipH="1">
              <a:off x="-16750" y="571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 rot="10800000" flipH="1">
              <a:off x="-16750" y="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How Pit-Stop Time Correlates with Final Position in Formula 1</a:t>
            </a:r>
            <a:endParaRPr dirty="0"/>
          </a:p>
        </p:txBody>
      </p:sp>
      <p:sp>
        <p:nvSpPr>
          <p:cNvPr id="266" name="Google Shape;266;p15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David Kvinikadze</a:t>
            </a:r>
            <a:endParaRPr/>
          </a:p>
        </p:txBody>
      </p:sp>
      <p:grpSp>
        <p:nvGrpSpPr>
          <p:cNvPr id="267" name="Google Shape;267;p15"/>
          <p:cNvGrpSpPr/>
          <p:nvPr/>
        </p:nvGrpSpPr>
        <p:grpSpPr>
          <a:xfrm>
            <a:off x="449825" y="1100"/>
            <a:ext cx="8244125" cy="570400"/>
            <a:chOff x="449825" y="1100"/>
            <a:chExt cx="8244125" cy="570400"/>
          </a:xfrm>
        </p:grpSpPr>
        <p:sp>
          <p:nvSpPr>
            <p:cNvPr id="268" name="Google Shape;268;p15"/>
            <p:cNvSpPr/>
            <p:nvPr/>
          </p:nvSpPr>
          <p:spPr>
            <a:xfrm flipH="1">
              <a:off x="450250" y="503400"/>
              <a:ext cx="8243700" cy="68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9" name="Google Shape;269;p15"/>
            <p:cNvGrpSpPr/>
            <p:nvPr/>
          </p:nvGrpSpPr>
          <p:grpSpPr>
            <a:xfrm flipH="1">
              <a:off x="449825" y="1100"/>
              <a:ext cx="8244106" cy="515409"/>
              <a:chOff x="720050" y="0"/>
              <a:chExt cx="7704052" cy="481646"/>
            </a:xfrm>
          </p:grpSpPr>
          <p:sp>
            <p:nvSpPr>
              <p:cNvPr id="270" name="Google Shape;270;p15"/>
              <p:cNvSpPr/>
              <p:nvPr/>
            </p:nvSpPr>
            <p:spPr>
              <a:xfrm>
                <a:off x="720050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>
                <a:off x="960793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1201537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1442280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5"/>
              <p:cNvSpPr/>
              <p:nvPr/>
            </p:nvSpPr>
            <p:spPr>
              <a:xfrm>
                <a:off x="1683024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5"/>
              <p:cNvSpPr/>
              <p:nvPr/>
            </p:nvSpPr>
            <p:spPr>
              <a:xfrm>
                <a:off x="1923767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5"/>
              <p:cNvSpPr/>
              <p:nvPr/>
            </p:nvSpPr>
            <p:spPr>
              <a:xfrm>
                <a:off x="216451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5"/>
              <p:cNvSpPr/>
              <p:nvPr/>
            </p:nvSpPr>
            <p:spPr>
              <a:xfrm>
                <a:off x="2405254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>
                <a:off x="2645997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2886741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127484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3368228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360897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384971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5"/>
              <p:cNvSpPr/>
              <p:nvPr/>
            </p:nvSpPr>
            <p:spPr>
              <a:xfrm>
                <a:off x="409045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5"/>
              <p:cNvSpPr/>
              <p:nvPr/>
            </p:nvSpPr>
            <p:spPr>
              <a:xfrm>
                <a:off x="720050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5"/>
              <p:cNvSpPr/>
              <p:nvPr/>
            </p:nvSpPr>
            <p:spPr>
              <a:xfrm>
                <a:off x="960793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5"/>
              <p:cNvSpPr/>
              <p:nvPr/>
            </p:nvSpPr>
            <p:spPr>
              <a:xfrm>
                <a:off x="1201537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5"/>
              <p:cNvSpPr/>
              <p:nvPr/>
            </p:nvSpPr>
            <p:spPr>
              <a:xfrm>
                <a:off x="1442280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5"/>
              <p:cNvSpPr/>
              <p:nvPr/>
            </p:nvSpPr>
            <p:spPr>
              <a:xfrm>
                <a:off x="1683024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5"/>
              <p:cNvSpPr/>
              <p:nvPr/>
            </p:nvSpPr>
            <p:spPr>
              <a:xfrm>
                <a:off x="1923767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5"/>
              <p:cNvSpPr/>
              <p:nvPr/>
            </p:nvSpPr>
            <p:spPr>
              <a:xfrm>
                <a:off x="216451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5"/>
              <p:cNvSpPr/>
              <p:nvPr/>
            </p:nvSpPr>
            <p:spPr>
              <a:xfrm>
                <a:off x="2405254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5"/>
              <p:cNvSpPr/>
              <p:nvPr/>
            </p:nvSpPr>
            <p:spPr>
              <a:xfrm>
                <a:off x="2645997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5"/>
              <p:cNvSpPr/>
              <p:nvPr/>
            </p:nvSpPr>
            <p:spPr>
              <a:xfrm>
                <a:off x="2886741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5"/>
              <p:cNvSpPr/>
              <p:nvPr/>
            </p:nvSpPr>
            <p:spPr>
              <a:xfrm>
                <a:off x="3127484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5"/>
              <p:cNvSpPr/>
              <p:nvPr/>
            </p:nvSpPr>
            <p:spPr>
              <a:xfrm>
                <a:off x="3368228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5"/>
              <p:cNvSpPr/>
              <p:nvPr/>
            </p:nvSpPr>
            <p:spPr>
              <a:xfrm>
                <a:off x="360897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5"/>
              <p:cNvSpPr/>
              <p:nvPr/>
            </p:nvSpPr>
            <p:spPr>
              <a:xfrm>
                <a:off x="384971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5"/>
              <p:cNvSpPr/>
              <p:nvPr/>
            </p:nvSpPr>
            <p:spPr>
              <a:xfrm>
                <a:off x="409045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5"/>
              <p:cNvSpPr/>
              <p:nvPr/>
            </p:nvSpPr>
            <p:spPr>
              <a:xfrm>
                <a:off x="4331308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5"/>
              <p:cNvSpPr/>
              <p:nvPr/>
            </p:nvSpPr>
            <p:spPr>
              <a:xfrm>
                <a:off x="457205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5"/>
              <p:cNvSpPr/>
              <p:nvPr/>
            </p:nvSpPr>
            <p:spPr>
              <a:xfrm>
                <a:off x="481279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5"/>
              <p:cNvSpPr/>
              <p:nvPr/>
            </p:nvSpPr>
            <p:spPr>
              <a:xfrm>
                <a:off x="505353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5"/>
              <p:cNvSpPr/>
              <p:nvPr/>
            </p:nvSpPr>
            <p:spPr>
              <a:xfrm>
                <a:off x="529428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5"/>
              <p:cNvSpPr/>
              <p:nvPr/>
            </p:nvSpPr>
            <p:spPr>
              <a:xfrm>
                <a:off x="5535025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5"/>
              <p:cNvSpPr/>
              <p:nvPr/>
            </p:nvSpPr>
            <p:spPr>
              <a:xfrm>
                <a:off x="5775769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5"/>
              <p:cNvSpPr/>
              <p:nvPr/>
            </p:nvSpPr>
            <p:spPr>
              <a:xfrm>
                <a:off x="6016512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5"/>
              <p:cNvSpPr/>
              <p:nvPr/>
            </p:nvSpPr>
            <p:spPr>
              <a:xfrm>
                <a:off x="625725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>
                <a:off x="6497999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5"/>
              <p:cNvSpPr/>
              <p:nvPr/>
            </p:nvSpPr>
            <p:spPr>
              <a:xfrm>
                <a:off x="673874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5"/>
              <p:cNvSpPr/>
              <p:nvPr/>
            </p:nvSpPr>
            <p:spPr>
              <a:xfrm>
                <a:off x="6979486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5"/>
              <p:cNvSpPr/>
              <p:nvPr/>
            </p:nvSpPr>
            <p:spPr>
              <a:xfrm>
                <a:off x="7220229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5"/>
              <p:cNvSpPr/>
              <p:nvPr/>
            </p:nvSpPr>
            <p:spPr>
              <a:xfrm>
                <a:off x="7460973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5"/>
              <p:cNvSpPr/>
              <p:nvPr/>
            </p:nvSpPr>
            <p:spPr>
              <a:xfrm>
                <a:off x="4331308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5"/>
              <p:cNvSpPr/>
              <p:nvPr/>
            </p:nvSpPr>
            <p:spPr>
              <a:xfrm>
                <a:off x="457205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5"/>
              <p:cNvSpPr/>
              <p:nvPr/>
            </p:nvSpPr>
            <p:spPr>
              <a:xfrm>
                <a:off x="481279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5"/>
              <p:cNvSpPr/>
              <p:nvPr/>
            </p:nvSpPr>
            <p:spPr>
              <a:xfrm>
                <a:off x="505353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5"/>
              <p:cNvSpPr/>
              <p:nvPr/>
            </p:nvSpPr>
            <p:spPr>
              <a:xfrm>
                <a:off x="529428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5"/>
              <p:cNvSpPr/>
              <p:nvPr/>
            </p:nvSpPr>
            <p:spPr>
              <a:xfrm>
                <a:off x="5535025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5"/>
              <p:cNvSpPr/>
              <p:nvPr/>
            </p:nvSpPr>
            <p:spPr>
              <a:xfrm>
                <a:off x="5775769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5"/>
              <p:cNvSpPr/>
              <p:nvPr/>
            </p:nvSpPr>
            <p:spPr>
              <a:xfrm>
                <a:off x="6016512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625725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6497999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673874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6979486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7220229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7460973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770171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794245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818320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70171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794245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5"/>
              <p:cNvSpPr/>
              <p:nvPr/>
            </p:nvSpPr>
            <p:spPr>
              <a:xfrm>
                <a:off x="818320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4" name="Google Shape;334;p15"/>
          <p:cNvGrpSpPr/>
          <p:nvPr/>
        </p:nvGrpSpPr>
        <p:grpSpPr>
          <a:xfrm rot="10800000" flipH="1">
            <a:off x="8693950" y="0"/>
            <a:ext cx="466800" cy="5143500"/>
            <a:chOff x="-16750" y="0"/>
            <a:chExt cx="466800" cy="5143500"/>
          </a:xfrm>
        </p:grpSpPr>
        <p:sp>
          <p:nvSpPr>
            <p:cNvPr id="335" name="Google Shape;335;p15"/>
            <p:cNvSpPr/>
            <p:nvPr/>
          </p:nvSpPr>
          <p:spPr>
            <a:xfrm>
              <a:off x="-16750" y="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-16750" y="571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-16750" y="1143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-16750" y="1714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-16750" y="2286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-16750" y="2857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-16750" y="3429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-16750" y="4000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-16750" y="4572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15"/>
          <p:cNvGrpSpPr/>
          <p:nvPr/>
        </p:nvGrpSpPr>
        <p:grpSpPr>
          <a:xfrm>
            <a:off x="-16750" y="0"/>
            <a:ext cx="466800" cy="5143500"/>
            <a:chOff x="-16750" y="0"/>
            <a:chExt cx="466800" cy="5143500"/>
          </a:xfrm>
        </p:grpSpPr>
        <p:sp>
          <p:nvSpPr>
            <p:cNvPr id="345" name="Google Shape;345;p15"/>
            <p:cNvSpPr/>
            <p:nvPr/>
          </p:nvSpPr>
          <p:spPr>
            <a:xfrm rot="10800000" flipH="1">
              <a:off x="-16750" y="4572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 rot="10800000" flipH="1">
              <a:off x="-16750" y="4000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 rot="10800000" flipH="1">
              <a:off x="-16750" y="3429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 rot="10800000" flipH="1">
              <a:off x="-16750" y="2857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 rot="10800000" flipH="1">
              <a:off x="-16750" y="2286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 rot="10800000" flipH="1">
              <a:off x="-16750" y="1714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 rot="10800000" flipH="1">
              <a:off x="-16750" y="114300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 rot="10800000" flipH="1">
              <a:off x="-16750" y="571500"/>
              <a:ext cx="4668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 rot="10800000" flipH="1">
              <a:off x="-16750" y="0"/>
              <a:ext cx="466800" cy="571500"/>
            </a:xfrm>
            <a:prstGeom prst="rect">
              <a:avLst/>
            </a:prstGeom>
            <a:solidFill>
              <a:srgbClr val="DC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" name="Google Shape;354;p15"/>
          <p:cNvGrpSpPr/>
          <p:nvPr/>
        </p:nvGrpSpPr>
        <p:grpSpPr>
          <a:xfrm>
            <a:off x="1121475" y="3843025"/>
            <a:ext cx="1221300" cy="570400"/>
            <a:chOff x="670175" y="3809850"/>
            <a:chExt cx="1221300" cy="570400"/>
          </a:xfrm>
        </p:grpSpPr>
        <p:cxnSp>
          <p:nvCxnSpPr>
            <p:cNvPr id="355" name="Google Shape;355;p15"/>
            <p:cNvCxnSpPr/>
            <p:nvPr/>
          </p:nvCxnSpPr>
          <p:spPr>
            <a:xfrm rot="10800000">
              <a:off x="670175" y="3999983"/>
              <a:ext cx="12213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356;p15"/>
            <p:cNvCxnSpPr/>
            <p:nvPr/>
          </p:nvCxnSpPr>
          <p:spPr>
            <a:xfrm rot="10800000">
              <a:off x="670175" y="4380250"/>
              <a:ext cx="12213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" name="Google Shape;357;p15"/>
            <p:cNvCxnSpPr/>
            <p:nvPr/>
          </p:nvCxnSpPr>
          <p:spPr>
            <a:xfrm rot="10800000">
              <a:off x="995525" y="4190117"/>
              <a:ext cx="5706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p15"/>
            <p:cNvCxnSpPr/>
            <p:nvPr/>
          </p:nvCxnSpPr>
          <p:spPr>
            <a:xfrm rot="10800000">
              <a:off x="995525" y="3809850"/>
              <a:ext cx="5706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59" name="Google Shape;359;p15"/>
          <p:cNvPicPr preferRelativeResize="0"/>
          <p:nvPr/>
        </p:nvPicPr>
        <p:blipFill rotWithShape="1">
          <a:blip r:embed="rId3">
            <a:alphaModFix/>
          </a:blip>
          <a:srcRect l="2922" t="3652" b="22262"/>
          <a:stretch/>
        </p:blipFill>
        <p:spPr>
          <a:xfrm>
            <a:off x="2260800" y="3728700"/>
            <a:ext cx="4622403" cy="103522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5"/>
          <p:cNvSpPr/>
          <p:nvPr/>
        </p:nvSpPr>
        <p:spPr>
          <a:xfrm>
            <a:off x="995525" y="4698850"/>
            <a:ext cx="7152900" cy="172500"/>
          </a:xfrm>
          <a:prstGeom prst="ellipse">
            <a:avLst/>
          </a:prstGeom>
          <a:solidFill>
            <a:srgbClr val="1E1E1E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General Information about F1:</a:t>
            </a:r>
            <a:endParaRPr dirty="0"/>
          </a:p>
        </p:txBody>
      </p:sp>
      <p:sp>
        <p:nvSpPr>
          <p:cNvPr id="366" name="Google Shape;366;p16"/>
          <p:cNvSpPr txBox="1">
            <a:spLocks noGrp="1"/>
          </p:cNvSpPr>
          <p:nvPr>
            <p:ph type="body" idx="1"/>
          </p:nvPr>
        </p:nvSpPr>
        <p:spPr>
          <a:xfrm>
            <a:off x="727525" y="1959250"/>
            <a:ext cx="7688700" cy="17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70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8"/>
              <a:buChar char="●"/>
            </a:pPr>
            <a:r>
              <a:rPr lang="en" sz="1708">
                <a:solidFill>
                  <a:schemeClr val="dk2"/>
                </a:solidFill>
              </a:rPr>
              <a:t>There are multiple races each year.</a:t>
            </a:r>
            <a:endParaRPr sz="1708" dirty="0">
              <a:solidFill>
                <a:schemeClr val="dk2"/>
              </a:solidFill>
            </a:endParaRPr>
          </a:p>
          <a:p>
            <a:pPr marL="457200" lvl="0" indent="-3370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8"/>
              <a:buChar char="●"/>
            </a:pPr>
            <a:r>
              <a:rPr lang="en" sz="1708" dirty="0">
                <a:solidFill>
                  <a:schemeClr val="dk2"/>
                </a:solidFill>
              </a:rPr>
              <a:t>Each car team has two drivers</a:t>
            </a:r>
            <a:endParaRPr sz="1708" dirty="0">
              <a:solidFill>
                <a:schemeClr val="dk2"/>
              </a:solidFill>
            </a:endParaRPr>
          </a:p>
          <a:p>
            <a:pPr marL="457200" lvl="0" indent="-3370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8"/>
              <a:buChar char="●"/>
            </a:pPr>
            <a:r>
              <a:rPr lang="en" sz="1708" dirty="0">
                <a:solidFill>
                  <a:schemeClr val="dk2"/>
                </a:solidFill>
              </a:rPr>
              <a:t>Racing strategies are hugely depended on Pit Stops. </a:t>
            </a:r>
            <a:endParaRPr sz="1708" dirty="0">
              <a:solidFill>
                <a:schemeClr val="dk2"/>
              </a:solidFill>
            </a:endParaRPr>
          </a:p>
          <a:p>
            <a:pPr marL="457200" lvl="0" indent="-3370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8"/>
              <a:buChar char="●"/>
            </a:pPr>
            <a:r>
              <a:rPr lang="en" sz="1708" dirty="0">
                <a:solidFill>
                  <a:schemeClr val="dk2"/>
                </a:solidFill>
              </a:rPr>
              <a:t>Pit stops are only designed to fill the gas and change tires.</a:t>
            </a:r>
            <a:endParaRPr sz="1708" dirty="0">
              <a:solidFill>
                <a:schemeClr val="dk2"/>
              </a:solidFill>
            </a:endParaRPr>
          </a:p>
          <a:p>
            <a:pPr marL="457200" lvl="0" indent="-33706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8"/>
              <a:buChar char="●"/>
            </a:pPr>
            <a:r>
              <a:rPr lang="en" sz="1708" dirty="0">
                <a:solidFill>
                  <a:schemeClr val="dk2"/>
                </a:solidFill>
              </a:rPr>
              <a:t>Every second counts because drivers drive at the speed of 200-350 mph.</a:t>
            </a:r>
            <a:endParaRPr dirty="0">
              <a:solidFill>
                <a:schemeClr val="dk2"/>
              </a:solidFill>
            </a:endParaRPr>
          </a:p>
        </p:txBody>
      </p:sp>
      <p:grpSp>
        <p:nvGrpSpPr>
          <p:cNvPr id="367" name="Google Shape;367;p16"/>
          <p:cNvGrpSpPr/>
          <p:nvPr/>
        </p:nvGrpSpPr>
        <p:grpSpPr>
          <a:xfrm>
            <a:off x="449825" y="1100"/>
            <a:ext cx="8244125" cy="570400"/>
            <a:chOff x="449825" y="1100"/>
            <a:chExt cx="8244125" cy="570400"/>
          </a:xfrm>
        </p:grpSpPr>
        <p:sp>
          <p:nvSpPr>
            <p:cNvPr id="368" name="Google Shape;368;p16"/>
            <p:cNvSpPr/>
            <p:nvPr/>
          </p:nvSpPr>
          <p:spPr>
            <a:xfrm flipH="1">
              <a:off x="450250" y="503400"/>
              <a:ext cx="8243700" cy="68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16"/>
            <p:cNvGrpSpPr/>
            <p:nvPr/>
          </p:nvGrpSpPr>
          <p:grpSpPr>
            <a:xfrm flipH="1">
              <a:off x="449825" y="1100"/>
              <a:ext cx="8244106" cy="515409"/>
              <a:chOff x="720050" y="0"/>
              <a:chExt cx="7704052" cy="481646"/>
            </a:xfrm>
          </p:grpSpPr>
          <p:sp>
            <p:nvSpPr>
              <p:cNvPr id="370" name="Google Shape;370;p16"/>
              <p:cNvSpPr/>
              <p:nvPr/>
            </p:nvSpPr>
            <p:spPr>
              <a:xfrm>
                <a:off x="720050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960793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1201537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1442280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1683024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1923767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216451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2405254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2645997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2886741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3127484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3368228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360897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384971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409045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6"/>
              <p:cNvSpPr/>
              <p:nvPr/>
            </p:nvSpPr>
            <p:spPr>
              <a:xfrm>
                <a:off x="720050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6"/>
              <p:cNvSpPr/>
              <p:nvPr/>
            </p:nvSpPr>
            <p:spPr>
              <a:xfrm>
                <a:off x="960793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6"/>
              <p:cNvSpPr/>
              <p:nvPr/>
            </p:nvSpPr>
            <p:spPr>
              <a:xfrm>
                <a:off x="1201537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6"/>
              <p:cNvSpPr/>
              <p:nvPr/>
            </p:nvSpPr>
            <p:spPr>
              <a:xfrm>
                <a:off x="1442280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1683024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1923767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6"/>
              <p:cNvSpPr/>
              <p:nvPr/>
            </p:nvSpPr>
            <p:spPr>
              <a:xfrm>
                <a:off x="216451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6"/>
              <p:cNvSpPr/>
              <p:nvPr/>
            </p:nvSpPr>
            <p:spPr>
              <a:xfrm>
                <a:off x="2405254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6"/>
              <p:cNvSpPr/>
              <p:nvPr/>
            </p:nvSpPr>
            <p:spPr>
              <a:xfrm>
                <a:off x="2645997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6"/>
              <p:cNvSpPr/>
              <p:nvPr/>
            </p:nvSpPr>
            <p:spPr>
              <a:xfrm>
                <a:off x="2886741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6"/>
              <p:cNvSpPr/>
              <p:nvPr/>
            </p:nvSpPr>
            <p:spPr>
              <a:xfrm>
                <a:off x="3127484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6"/>
              <p:cNvSpPr/>
              <p:nvPr/>
            </p:nvSpPr>
            <p:spPr>
              <a:xfrm>
                <a:off x="3368228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>
                <a:off x="360897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384971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409045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4331308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4572051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481279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505353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529428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5535025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5775769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6016512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625725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6497999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673874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6"/>
              <p:cNvSpPr/>
              <p:nvPr/>
            </p:nvSpPr>
            <p:spPr>
              <a:xfrm>
                <a:off x="6979486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6"/>
              <p:cNvSpPr/>
              <p:nvPr/>
            </p:nvSpPr>
            <p:spPr>
              <a:xfrm>
                <a:off x="7220229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7460973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4331308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4572051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481279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6"/>
              <p:cNvSpPr/>
              <p:nvPr/>
            </p:nvSpPr>
            <p:spPr>
              <a:xfrm>
                <a:off x="505353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529428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5535025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5775769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6016512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>
                <a:off x="625725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6497999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673874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6"/>
              <p:cNvSpPr/>
              <p:nvPr/>
            </p:nvSpPr>
            <p:spPr>
              <a:xfrm>
                <a:off x="6979486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7220229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7460973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7701715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6"/>
              <p:cNvSpPr/>
              <p:nvPr/>
            </p:nvSpPr>
            <p:spPr>
              <a:xfrm>
                <a:off x="7942458" y="0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8183202" y="0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7701715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7942458" y="240746"/>
                <a:ext cx="240900" cy="240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8183202" y="240746"/>
                <a:ext cx="240900" cy="240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34" name="Google Shape;434;p16"/>
          <p:cNvPicPr preferRelativeResize="0"/>
          <p:nvPr/>
        </p:nvPicPr>
        <p:blipFill rotWithShape="1">
          <a:blip r:embed="rId3">
            <a:alphaModFix/>
          </a:blip>
          <a:srcRect t="2371" b="2381"/>
          <a:stretch/>
        </p:blipFill>
        <p:spPr>
          <a:xfrm>
            <a:off x="2964348" y="3774350"/>
            <a:ext cx="3933016" cy="11503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" name="Google Shape;435;p16"/>
          <p:cNvGrpSpPr/>
          <p:nvPr/>
        </p:nvGrpSpPr>
        <p:grpSpPr>
          <a:xfrm>
            <a:off x="1743050" y="3990750"/>
            <a:ext cx="1221300" cy="570400"/>
            <a:chOff x="670175" y="3809850"/>
            <a:chExt cx="1221300" cy="570400"/>
          </a:xfrm>
        </p:grpSpPr>
        <p:cxnSp>
          <p:nvCxnSpPr>
            <p:cNvPr id="436" name="Google Shape;436;p16"/>
            <p:cNvCxnSpPr/>
            <p:nvPr/>
          </p:nvCxnSpPr>
          <p:spPr>
            <a:xfrm rot="10800000">
              <a:off x="670175" y="3999983"/>
              <a:ext cx="12213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" name="Google Shape;437;p16"/>
            <p:cNvCxnSpPr/>
            <p:nvPr/>
          </p:nvCxnSpPr>
          <p:spPr>
            <a:xfrm rot="10800000">
              <a:off x="670175" y="4380250"/>
              <a:ext cx="12213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" name="Google Shape;438;p16"/>
            <p:cNvCxnSpPr/>
            <p:nvPr/>
          </p:nvCxnSpPr>
          <p:spPr>
            <a:xfrm rot="10800000">
              <a:off x="995525" y="4190117"/>
              <a:ext cx="5706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9" name="Google Shape;439;p16"/>
            <p:cNvCxnSpPr/>
            <p:nvPr/>
          </p:nvCxnSpPr>
          <p:spPr>
            <a:xfrm rot="10800000">
              <a:off x="995525" y="3809850"/>
              <a:ext cx="5706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"/>
          <p:cNvSpPr txBox="1">
            <a:spLocks noGrp="1"/>
          </p:cNvSpPr>
          <p:nvPr>
            <p:ph type="title"/>
          </p:nvPr>
        </p:nvSpPr>
        <p:spPr>
          <a:xfrm>
            <a:off x="727650" y="1209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organizing steps that led to my findings:</a:t>
            </a:r>
            <a:endParaRPr/>
          </a:p>
        </p:txBody>
      </p:sp>
      <p:sp>
        <p:nvSpPr>
          <p:cNvPr id="445" name="Google Shape;445;p17"/>
          <p:cNvSpPr txBox="1">
            <a:spLocks noGrp="1"/>
          </p:cNvSpPr>
          <p:nvPr>
            <p:ph type="body" idx="1"/>
          </p:nvPr>
        </p:nvSpPr>
        <p:spPr>
          <a:xfrm>
            <a:off x="511975" y="1904875"/>
            <a:ext cx="7200000" cy="20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 dirty="0">
                <a:solidFill>
                  <a:schemeClr val="dk2"/>
                </a:solidFill>
              </a:rPr>
              <a:t>Removing every column except: raceId,  pitstop_milliseconds, final position.</a:t>
            </a:r>
            <a:endParaRPr sz="1500" dirty="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 dirty="0">
                <a:solidFill>
                  <a:schemeClr val="dk2"/>
                </a:solidFill>
              </a:rPr>
              <a:t>I tried to find out if there was a correlation between variables:  pitstop_milliseconds, and final position.</a:t>
            </a:r>
            <a:endParaRPr sz="1500" dirty="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 dirty="0">
                <a:solidFill>
                  <a:schemeClr val="dk2"/>
                </a:solidFill>
              </a:rPr>
              <a:t>I used statistics to prove my point.</a:t>
            </a:r>
            <a:endParaRPr sz="1500" dirty="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 dirty="0" smtClean="0">
                <a:solidFill>
                  <a:schemeClr val="dk2"/>
                </a:solidFill>
              </a:rPr>
              <a:t>Used </a:t>
            </a:r>
            <a:r>
              <a:rPr lang="en" sz="1500" dirty="0">
                <a:solidFill>
                  <a:schemeClr val="dk2"/>
                </a:solidFill>
              </a:rPr>
              <a:t>Scatter plot for visualization</a:t>
            </a:r>
            <a:endParaRPr sz="1500" dirty="0">
              <a:solidFill>
                <a:schemeClr val="dk2"/>
              </a:solidFill>
            </a:endParaRPr>
          </a:p>
        </p:txBody>
      </p:sp>
      <p:pic>
        <p:nvPicPr>
          <p:cNvPr id="446" name="Google Shape;446;p17" title="Screenshot (5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75" y="2922575"/>
            <a:ext cx="3966424" cy="209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part: </a:t>
            </a:r>
            <a:endParaRPr/>
          </a:p>
        </p:txBody>
      </p:sp>
      <p:sp>
        <p:nvSpPr>
          <p:cNvPr id="452" name="Google Shape;452;p18"/>
          <p:cNvSpPr txBox="1">
            <a:spLocks noGrp="1"/>
          </p:cNvSpPr>
          <p:nvPr>
            <p:ph type="body" idx="1"/>
          </p:nvPr>
        </p:nvSpPr>
        <p:spPr>
          <a:xfrm>
            <a:off x="601625" y="2255299"/>
            <a:ext cx="4348200" cy="27136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AutoNum type="arabicParenR"/>
            </a:pPr>
            <a: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Found the “Pearson’s r”</a:t>
            </a:r>
            <a:endParaRPr sz="15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Font typeface="Arial"/>
              <a:buAutoNum type="arabicParenR"/>
            </a:pPr>
            <a:r>
              <a:rPr lang="en" sz="1500" dirty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R = -0.272</a:t>
            </a:r>
            <a:endParaRPr sz="1500" dirty="0">
              <a:solidFill>
                <a:srgbClr val="16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Font typeface="Arial"/>
              <a:buAutoNum type="arabicParenR"/>
            </a:pPr>
            <a:r>
              <a:rPr lang="en" sz="1500" dirty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Tested if the finding was statistically significant. </a:t>
            </a:r>
            <a:endParaRPr sz="1500" dirty="0">
              <a:solidFill>
                <a:srgbClr val="16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AutoNum type="arabicParenR"/>
            </a:pPr>
            <a:r>
              <a:rPr lang="en" sz="1500" dirty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Formula for testing statistical significance: </a:t>
            </a:r>
            <a:endParaRPr sz="1500" dirty="0">
              <a:solidFill>
                <a:srgbClr val="16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" sz="1500" dirty="0" smtClean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r| </a:t>
            </a:r>
            <a:r>
              <a:rPr lang="en" sz="1500" dirty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lang="en" sz="1500" dirty="0" smtClean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" sz="1500" dirty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2/√</a:t>
            </a:r>
            <a:r>
              <a:rPr lang="en" sz="1500" dirty="0" smtClean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</a:p>
          <a:p>
            <a:pPr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0.272 </a:t>
            </a:r>
            <a:r>
              <a:rPr lang="en" sz="1500" dirty="0" smtClean="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&gt; 0.12 =&gt; statisticaly significant!</a:t>
            </a:r>
            <a:endParaRPr lang="en" sz="1500" dirty="0" smtClean="0">
              <a:solidFill>
                <a:srgbClr val="16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rgbClr val="16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8" title="Pearson1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825" y="1130651"/>
            <a:ext cx="3389351" cy="193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"/>
          <p:cNvSpPr txBox="1">
            <a:spLocks noGrp="1"/>
          </p:cNvSpPr>
          <p:nvPr>
            <p:ph type="title"/>
          </p:nvPr>
        </p:nvSpPr>
        <p:spPr>
          <a:xfrm>
            <a:off x="355200" y="684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information give us?</a:t>
            </a:r>
            <a:endParaRPr/>
          </a:p>
        </p:txBody>
      </p:sp>
      <p:sp>
        <p:nvSpPr>
          <p:cNvPr id="459" name="Google Shape;459;p19"/>
          <p:cNvSpPr txBox="1">
            <a:spLocks noGrp="1"/>
          </p:cNvSpPr>
          <p:nvPr>
            <p:ph type="body" idx="4294967295"/>
          </p:nvPr>
        </p:nvSpPr>
        <p:spPr>
          <a:xfrm>
            <a:off x="4917325" y="3560200"/>
            <a:ext cx="3110100" cy="10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Teams could spend more money on their pit stop crew.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460" name="Google Shape;460;p19"/>
          <p:cNvSpPr txBox="1">
            <a:spLocks noGrp="1"/>
          </p:cNvSpPr>
          <p:nvPr>
            <p:ph type="subTitle" idx="4294967295"/>
          </p:nvPr>
        </p:nvSpPr>
        <p:spPr>
          <a:xfrm>
            <a:off x="1860875" y="1720675"/>
            <a:ext cx="27111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1700">
                <a:solidFill>
                  <a:schemeClr val="dk2"/>
                </a:solidFill>
              </a:rPr>
              <a:t>Race car teams should focus on their pitstops strategies</a:t>
            </a:r>
            <a:endParaRPr sz="1700">
              <a:solidFill>
                <a:schemeClr val="dk2"/>
              </a:solidFill>
            </a:endParaRPr>
          </a:p>
        </p:txBody>
      </p:sp>
      <p:grpSp>
        <p:nvGrpSpPr>
          <p:cNvPr id="461" name="Google Shape;461;p19"/>
          <p:cNvGrpSpPr/>
          <p:nvPr/>
        </p:nvGrpSpPr>
        <p:grpSpPr>
          <a:xfrm>
            <a:off x="1200759" y="3951665"/>
            <a:ext cx="1543653" cy="737615"/>
            <a:chOff x="3967651" y="3645904"/>
            <a:chExt cx="1479304" cy="745292"/>
          </a:xfrm>
        </p:grpSpPr>
        <p:grpSp>
          <p:nvGrpSpPr>
            <p:cNvPr id="462" name="Google Shape;462;p19"/>
            <p:cNvGrpSpPr/>
            <p:nvPr/>
          </p:nvGrpSpPr>
          <p:grpSpPr>
            <a:xfrm>
              <a:off x="3967651" y="4009026"/>
              <a:ext cx="1479304" cy="382170"/>
              <a:chOff x="3967651" y="4009026"/>
              <a:chExt cx="1479304" cy="382170"/>
            </a:xfrm>
          </p:grpSpPr>
          <p:grpSp>
            <p:nvGrpSpPr>
              <p:cNvPr id="463" name="Google Shape;463;p19"/>
              <p:cNvGrpSpPr/>
              <p:nvPr/>
            </p:nvGrpSpPr>
            <p:grpSpPr>
              <a:xfrm>
                <a:off x="4892216" y="4195630"/>
                <a:ext cx="554739" cy="195566"/>
                <a:chOff x="3604375" y="4892160"/>
                <a:chExt cx="1651500" cy="582215"/>
              </a:xfrm>
            </p:grpSpPr>
            <p:sp>
              <p:nvSpPr>
                <p:cNvPr id="464" name="Google Shape;464;p19"/>
                <p:cNvSpPr/>
                <p:nvPr/>
              </p:nvSpPr>
              <p:spPr>
                <a:xfrm>
                  <a:off x="3604375" y="4892160"/>
                  <a:ext cx="1651500" cy="1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60" h="5873" extrusionOk="0">
                      <a:moveTo>
                        <a:pt x="1" y="0"/>
                      </a:moveTo>
                      <a:lnTo>
                        <a:pt x="7340" y="5872"/>
                      </a:lnTo>
                      <a:lnTo>
                        <a:pt x="66060" y="5872"/>
                      </a:lnTo>
                      <a:lnTo>
                        <a:pt x="5138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19"/>
                <p:cNvSpPr/>
                <p:nvPr/>
              </p:nvSpPr>
              <p:spPr>
                <a:xfrm>
                  <a:off x="3787875" y="5033975"/>
                  <a:ext cx="1468000" cy="44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0" h="17616" extrusionOk="0">
                      <a:moveTo>
                        <a:pt x="0" y="0"/>
                      </a:moveTo>
                      <a:lnTo>
                        <a:pt x="0" y="17615"/>
                      </a:lnTo>
                      <a:lnTo>
                        <a:pt x="58720" y="17615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6" name="Google Shape;466;p19"/>
              <p:cNvGrpSpPr/>
              <p:nvPr/>
            </p:nvGrpSpPr>
            <p:grpSpPr>
              <a:xfrm>
                <a:off x="3967651" y="4146303"/>
                <a:ext cx="579402" cy="244893"/>
                <a:chOff x="851875" y="4745310"/>
                <a:chExt cx="1724925" cy="729065"/>
              </a:xfrm>
            </p:grpSpPr>
            <p:sp>
              <p:nvSpPr>
                <p:cNvPr id="467" name="Google Shape;467;p19"/>
                <p:cNvSpPr/>
                <p:nvPr/>
              </p:nvSpPr>
              <p:spPr>
                <a:xfrm>
                  <a:off x="851925" y="4745310"/>
                  <a:ext cx="172487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95" h="5875" extrusionOk="0">
                      <a:moveTo>
                        <a:pt x="14679" y="0"/>
                      </a:moveTo>
                      <a:lnTo>
                        <a:pt x="1" y="5874"/>
                      </a:lnTo>
                      <a:lnTo>
                        <a:pt x="58718" y="5874"/>
                      </a:lnTo>
                      <a:lnTo>
                        <a:pt x="68994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" name="Google Shape;468;p19"/>
                <p:cNvSpPr/>
                <p:nvPr/>
              </p:nvSpPr>
              <p:spPr>
                <a:xfrm>
                  <a:off x="851875" y="4887175"/>
                  <a:ext cx="1468025" cy="58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23488" extrusionOk="0">
                      <a:moveTo>
                        <a:pt x="0" y="0"/>
                      </a:moveTo>
                      <a:lnTo>
                        <a:pt x="0" y="23487"/>
                      </a:lnTo>
                      <a:lnTo>
                        <a:pt x="58720" y="2348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9" name="Google Shape;469;p19"/>
              <p:cNvGrpSpPr/>
              <p:nvPr/>
            </p:nvGrpSpPr>
            <p:grpSpPr>
              <a:xfrm>
                <a:off x="4460753" y="4009026"/>
                <a:ext cx="493110" cy="382170"/>
                <a:chOff x="2319875" y="4336625"/>
                <a:chExt cx="1468025" cy="1137750"/>
              </a:xfrm>
            </p:grpSpPr>
            <p:sp>
              <p:nvSpPr>
                <p:cNvPr id="470" name="Google Shape;470;p19"/>
                <p:cNvSpPr/>
                <p:nvPr/>
              </p:nvSpPr>
              <p:spPr>
                <a:xfrm>
                  <a:off x="2319875" y="4336625"/>
                  <a:ext cx="146802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5875" extrusionOk="0">
                      <a:moveTo>
                        <a:pt x="14681" y="0"/>
                      </a:moveTo>
                      <a:lnTo>
                        <a:pt x="0" y="5874"/>
                      </a:lnTo>
                      <a:lnTo>
                        <a:pt x="58720" y="5874"/>
                      </a:lnTo>
                      <a:lnTo>
                        <a:pt x="4404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19"/>
                <p:cNvSpPr/>
                <p:nvPr/>
              </p:nvSpPr>
              <p:spPr>
                <a:xfrm>
                  <a:off x="2319875" y="4483425"/>
                  <a:ext cx="1468025" cy="99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39638" extrusionOk="0">
                      <a:moveTo>
                        <a:pt x="0" y="0"/>
                      </a:moveTo>
                      <a:lnTo>
                        <a:pt x="0" y="39637"/>
                      </a:lnTo>
                      <a:lnTo>
                        <a:pt x="58720" y="3963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72" name="Google Shape;472;p19"/>
            <p:cNvGrpSpPr/>
            <p:nvPr/>
          </p:nvGrpSpPr>
          <p:grpSpPr>
            <a:xfrm>
              <a:off x="4479443" y="3645904"/>
              <a:ext cx="455965" cy="388789"/>
              <a:chOff x="2957425" y="238100"/>
              <a:chExt cx="1910200" cy="1628775"/>
            </a:xfrm>
          </p:grpSpPr>
          <p:sp>
            <p:nvSpPr>
              <p:cNvPr id="473" name="Google Shape;473;p19"/>
              <p:cNvSpPr/>
              <p:nvPr/>
            </p:nvSpPr>
            <p:spPr>
              <a:xfrm>
                <a:off x="4035900" y="239600"/>
                <a:ext cx="831725" cy="906350"/>
              </a:xfrm>
              <a:custGeom>
                <a:avLst/>
                <a:gdLst/>
                <a:ahLst/>
                <a:cxnLst/>
                <a:rect l="l" t="t" r="r" b="b"/>
                <a:pathLst>
                  <a:path w="33269" h="36254" extrusionOk="0">
                    <a:moveTo>
                      <a:pt x="22705" y="0"/>
                    </a:moveTo>
                    <a:cubicBezTo>
                      <a:pt x="21111" y="0"/>
                      <a:pt x="19679" y="297"/>
                      <a:pt x="18461" y="685"/>
                    </a:cubicBezTo>
                    <a:cubicBezTo>
                      <a:pt x="17166" y="1102"/>
                      <a:pt x="15926" y="1669"/>
                      <a:pt x="14763" y="2373"/>
                    </a:cubicBezTo>
                    <a:cubicBezTo>
                      <a:pt x="13810" y="2945"/>
                      <a:pt x="13109" y="3505"/>
                      <a:pt x="12609" y="3900"/>
                    </a:cubicBezTo>
                    <a:lnTo>
                      <a:pt x="11977" y="4448"/>
                    </a:lnTo>
                    <a:lnTo>
                      <a:pt x="14023" y="6907"/>
                    </a:lnTo>
                    <a:lnTo>
                      <a:pt x="14679" y="6385"/>
                    </a:lnTo>
                    <a:cubicBezTo>
                      <a:pt x="15052" y="6124"/>
                      <a:pt x="15622" y="5698"/>
                      <a:pt x="16443" y="5255"/>
                    </a:cubicBezTo>
                    <a:cubicBezTo>
                      <a:pt x="17250" y="4815"/>
                      <a:pt x="18260" y="4326"/>
                      <a:pt x="19466" y="3977"/>
                    </a:cubicBezTo>
                    <a:cubicBezTo>
                      <a:pt x="20363" y="3713"/>
                      <a:pt x="21373" y="3535"/>
                      <a:pt x="22421" y="3535"/>
                    </a:cubicBezTo>
                    <a:cubicBezTo>
                      <a:pt x="22772" y="3535"/>
                      <a:pt x="23127" y="3555"/>
                      <a:pt x="23483" y="3599"/>
                    </a:cubicBezTo>
                    <a:cubicBezTo>
                      <a:pt x="24177" y="3661"/>
                      <a:pt x="24938" y="3905"/>
                      <a:pt x="25537" y="4168"/>
                    </a:cubicBezTo>
                    <a:cubicBezTo>
                      <a:pt x="25740" y="4271"/>
                      <a:pt x="25982" y="4377"/>
                      <a:pt x="26159" y="4475"/>
                    </a:cubicBezTo>
                    <a:cubicBezTo>
                      <a:pt x="26289" y="4568"/>
                      <a:pt x="26415" y="4659"/>
                      <a:pt x="26552" y="4740"/>
                    </a:cubicBezTo>
                    <a:cubicBezTo>
                      <a:pt x="26818" y="4941"/>
                      <a:pt x="27160" y="5171"/>
                      <a:pt x="27411" y="5458"/>
                    </a:cubicBezTo>
                    <a:cubicBezTo>
                      <a:pt x="28529" y="6528"/>
                      <a:pt x="29264" y="8171"/>
                      <a:pt x="29427" y="9930"/>
                    </a:cubicBezTo>
                    <a:cubicBezTo>
                      <a:pt x="29508" y="10808"/>
                      <a:pt x="29448" y="11723"/>
                      <a:pt x="29211" y="12589"/>
                    </a:cubicBezTo>
                    <a:cubicBezTo>
                      <a:pt x="29087" y="13020"/>
                      <a:pt x="28946" y="13451"/>
                      <a:pt x="28747" y="13853"/>
                    </a:cubicBezTo>
                    <a:lnTo>
                      <a:pt x="28677" y="14006"/>
                    </a:lnTo>
                    <a:cubicBezTo>
                      <a:pt x="28677" y="14006"/>
                      <a:pt x="28651" y="14062"/>
                      <a:pt x="28653" y="14062"/>
                    </a:cubicBezTo>
                    <a:cubicBezTo>
                      <a:pt x="28654" y="14062"/>
                      <a:pt x="28658" y="14055"/>
                      <a:pt x="28668" y="14038"/>
                    </a:cubicBezTo>
                    <a:lnTo>
                      <a:pt x="28668" y="14038"/>
                    </a:lnTo>
                    <a:lnTo>
                      <a:pt x="28618" y="14131"/>
                    </a:lnTo>
                    <a:lnTo>
                      <a:pt x="28409" y="14504"/>
                    </a:lnTo>
                    <a:cubicBezTo>
                      <a:pt x="28270" y="14744"/>
                      <a:pt x="28177" y="14878"/>
                      <a:pt x="28045" y="15084"/>
                    </a:cubicBezTo>
                    <a:cubicBezTo>
                      <a:pt x="26952" y="16678"/>
                      <a:pt x="25336" y="18021"/>
                      <a:pt x="23512" y="19098"/>
                    </a:cubicBezTo>
                    <a:cubicBezTo>
                      <a:pt x="21688" y="20170"/>
                      <a:pt x="19591" y="20984"/>
                      <a:pt x="17487" y="21695"/>
                    </a:cubicBezTo>
                    <a:cubicBezTo>
                      <a:pt x="15371" y="22408"/>
                      <a:pt x="13207" y="23019"/>
                      <a:pt x="11089" y="23679"/>
                    </a:cubicBezTo>
                    <a:cubicBezTo>
                      <a:pt x="9119" y="24319"/>
                      <a:pt x="6955" y="24728"/>
                      <a:pt x="4860" y="25736"/>
                    </a:cubicBezTo>
                    <a:cubicBezTo>
                      <a:pt x="3800" y="26233"/>
                      <a:pt x="2785" y="26940"/>
                      <a:pt x="1988" y="27763"/>
                    </a:cubicBezTo>
                    <a:cubicBezTo>
                      <a:pt x="1179" y="28589"/>
                      <a:pt x="468" y="29604"/>
                      <a:pt x="180" y="30868"/>
                    </a:cubicBezTo>
                    <a:cubicBezTo>
                      <a:pt x="32" y="31488"/>
                      <a:pt x="1" y="32165"/>
                      <a:pt x="135" y="32795"/>
                    </a:cubicBezTo>
                    <a:cubicBezTo>
                      <a:pt x="259" y="33436"/>
                      <a:pt x="470" y="33968"/>
                      <a:pt x="882" y="34540"/>
                    </a:cubicBezTo>
                    <a:cubicBezTo>
                      <a:pt x="1657" y="35540"/>
                      <a:pt x="2675" y="36002"/>
                      <a:pt x="3620" y="36184"/>
                    </a:cubicBezTo>
                    <a:cubicBezTo>
                      <a:pt x="3889" y="36231"/>
                      <a:pt x="4153" y="36254"/>
                      <a:pt x="4411" y="36254"/>
                    </a:cubicBezTo>
                    <a:cubicBezTo>
                      <a:pt x="5087" y="36254"/>
                      <a:pt x="5719" y="36098"/>
                      <a:pt x="6270" y="35808"/>
                    </a:cubicBezTo>
                    <a:cubicBezTo>
                      <a:pt x="6643" y="35617"/>
                      <a:pt x="6971" y="35351"/>
                      <a:pt x="7235" y="35026"/>
                    </a:cubicBezTo>
                    <a:cubicBezTo>
                      <a:pt x="7500" y="34722"/>
                      <a:pt x="7682" y="34200"/>
                      <a:pt x="7701" y="33901"/>
                    </a:cubicBezTo>
                    <a:cubicBezTo>
                      <a:pt x="7768" y="33237"/>
                      <a:pt x="7644" y="32706"/>
                      <a:pt x="7441" y="32268"/>
                    </a:cubicBezTo>
                    <a:cubicBezTo>
                      <a:pt x="7247" y="31835"/>
                      <a:pt x="6962" y="31483"/>
                      <a:pt x="6636" y="31342"/>
                    </a:cubicBezTo>
                    <a:cubicBezTo>
                      <a:pt x="6470" y="31265"/>
                      <a:pt x="6319" y="31239"/>
                      <a:pt x="6193" y="31239"/>
                    </a:cubicBezTo>
                    <a:cubicBezTo>
                      <a:pt x="6075" y="31239"/>
                      <a:pt x="5979" y="31261"/>
                      <a:pt x="5911" y="31284"/>
                    </a:cubicBezTo>
                    <a:lnTo>
                      <a:pt x="5700" y="31378"/>
                    </a:lnTo>
                    <a:cubicBezTo>
                      <a:pt x="5674" y="31404"/>
                      <a:pt x="6095" y="31342"/>
                      <a:pt x="6354" y="31717"/>
                    </a:cubicBezTo>
                    <a:cubicBezTo>
                      <a:pt x="6598" y="32045"/>
                      <a:pt x="6634" y="32854"/>
                      <a:pt x="6301" y="33558"/>
                    </a:cubicBezTo>
                    <a:cubicBezTo>
                      <a:pt x="6212" y="33840"/>
                      <a:pt x="5743" y="34057"/>
                      <a:pt x="5206" y="34057"/>
                    </a:cubicBezTo>
                    <a:cubicBezTo>
                      <a:pt x="4902" y="34057"/>
                      <a:pt x="4577" y="33987"/>
                      <a:pt x="4286" y="33822"/>
                    </a:cubicBezTo>
                    <a:cubicBezTo>
                      <a:pt x="3874" y="33620"/>
                      <a:pt x="3520" y="33237"/>
                      <a:pt x="3414" y="32898"/>
                    </a:cubicBezTo>
                    <a:cubicBezTo>
                      <a:pt x="3366" y="32720"/>
                      <a:pt x="3345" y="32536"/>
                      <a:pt x="3350" y="32352"/>
                    </a:cubicBezTo>
                    <a:cubicBezTo>
                      <a:pt x="3347" y="32156"/>
                      <a:pt x="3400" y="31959"/>
                      <a:pt x="3474" y="31739"/>
                    </a:cubicBezTo>
                    <a:cubicBezTo>
                      <a:pt x="3778" y="30851"/>
                      <a:pt x="4927" y="29589"/>
                      <a:pt x="6390" y="28955"/>
                    </a:cubicBezTo>
                    <a:cubicBezTo>
                      <a:pt x="7922" y="28220"/>
                      <a:pt x="9954" y="27823"/>
                      <a:pt x="12149" y="27157"/>
                    </a:cubicBezTo>
                    <a:cubicBezTo>
                      <a:pt x="14212" y="26537"/>
                      <a:pt x="16407" y="25946"/>
                      <a:pt x="18650" y="25219"/>
                    </a:cubicBezTo>
                    <a:cubicBezTo>
                      <a:pt x="20896" y="24481"/>
                      <a:pt x="23193" y="23644"/>
                      <a:pt x="25412" y="22377"/>
                    </a:cubicBezTo>
                    <a:cubicBezTo>
                      <a:pt x="27617" y="21130"/>
                      <a:pt x="29683" y="19416"/>
                      <a:pt x="31179" y="17202"/>
                    </a:cubicBezTo>
                    <a:cubicBezTo>
                      <a:pt x="31361" y="16927"/>
                      <a:pt x="31576" y="16577"/>
                      <a:pt x="31720" y="16321"/>
                    </a:cubicBezTo>
                    <a:lnTo>
                      <a:pt x="31926" y="15945"/>
                    </a:lnTo>
                    <a:lnTo>
                      <a:pt x="31976" y="15852"/>
                    </a:lnTo>
                    <a:lnTo>
                      <a:pt x="32055" y="15687"/>
                    </a:lnTo>
                    <a:lnTo>
                      <a:pt x="32160" y="15450"/>
                    </a:lnTo>
                    <a:cubicBezTo>
                      <a:pt x="32459" y="14827"/>
                      <a:pt x="32673" y="14179"/>
                      <a:pt x="32850" y="13528"/>
                    </a:cubicBezTo>
                    <a:cubicBezTo>
                      <a:pt x="33192" y="12218"/>
                      <a:pt x="33269" y="10875"/>
                      <a:pt x="33142" y="9583"/>
                    </a:cubicBezTo>
                    <a:cubicBezTo>
                      <a:pt x="32883" y="7000"/>
                      <a:pt x="31780" y="4549"/>
                      <a:pt x="29994" y="2837"/>
                    </a:cubicBezTo>
                    <a:cubicBezTo>
                      <a:pt x="29783" y="2615"/>
                      <a:pt x="29556" y="2411"/>
                      <a:pt x="29309" y="2227"/>
                    </a:cubicBezTo>
                    <a:cubicBezTo>
                      <a:pt x="29060" y="2040"/>
                      <a:pt x="28862" y="1846"/>
                      <a:pt x="28570" y="1676"/>
                    </a:cubicBezTo>
                    <a:cubicBezTo>
                      <a:pt x="28292" y="1502"/>
                      <a:pt x="28010" y="1337"/>
                      <a:pt x="27732" y="1176"/>
                    </a:cubicBezTo>
                    <a:cubicBezTo>
                      <a:pt x="27488" y="1054"/>
                      <a:pt x="27289" y="975"/>
                      <a:pt x="27066" y="872"/>
                    </a:cubicBezTo>
                    <a:cubicBezTo>
                      <a:pt x="25934" y="398"/>
                      <a:pt x="24917" y="147"/>
                      <a:pt x="23871" y="54"/>
                    </a:cubicBezTo>
                    <a:cubicBezTo>
                      <a:pt x="23474" y="17"/>
                      <a:pt x="23085" y="0"/>
                      <a:pt x="22705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3537406" y="274740"/>
                <a:ext cx="775400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31016" h="34225" extrusionOk="0">
                    <a:moveTo>
                      <a:pt x="4627" y="30141"/>
                    </a:moveTo>
                    <a:cubicBezTo>
                      <a:pt x="4626" y="30143"/>
                      <a:pt x="4626" y="30145"/>
                      <a:pt x="4628" y="30145"/>
                    </a:cubicBezTo>
                    <a:lnTo>
                      <a:pt x="4628" y="30145"/>
                    </a:lnTo>
                    <a:cubicBezTo>
                      <a:pt x="4627" y="30144"/>
                      <a:pt x="4627" y="30143"/>
                      <a:pt x="4627" y="30141"/>
                    </a:cubicBezTo>
                    <a:close/>
                    <a:moveTo>
                      <a:pt x="4628" y="30145"/>
                    </a:moveTo>
                    <a:cubicBezTo>
                      <a:pt x="4629" y="30146"/>
                      <a:pt x="4631" y="30147"/>
                      <a:pt x="4633" y="30147"/>
                    </a:cubicBezTo>
                    <a:cubicBezTo>
                      <a:pt x="4634" y="30147"/>
                      <a:pt x="4634" y="30147"/>
                      <a:pt x="4636" y="30147"/>
                    </a:cubicBezTo>
                    <a:lnTo>
                      <a:pt x="4636" y="30147"/>
                    </a:lnTo>
                    <a:cubicBezTo>
                      <a:pt x="4635" y="30147"/>
                      <a:pt x="4635" y="30147"/>
                      <a:pt x="4635" y="30147"/>
                    </a:cubicBezTo>
                    <a:cubicBezTo>
                      <a:pt x="4632" y="30147"/>
                      <a:pt x="4630" y="30146"/>
                      <a:pt x="4628" y="30145"/>
                    </a:cubicBezTo>
                    <a:close/>
                    <a:moveTo>
                      <a:pt x="21530" y="0"/>
                    </a:moveTo>
                    <a:cubicBezTo>
                      <a:pt x="20130" y="0"/>
                      <a:pt x="18844" y="256"/>
                      <a:pt x="17738" y="602"/>
                    </a:cubicBezTo>
                    <a:cubicBezTo>
                      <a:pt x="16529" y="983"/>
                      <a:pt x="15368" y="1502"/>
                      <a:pt x="14279" y="2146"/>
                    </a:cubicBezTo>
                    <a:cubicBezTo>
                      <a:pt x="13369" y="2670"/>
                      <a:pt x="12713" y="3183"/>
                      <a:pt x="12258" y="3530"/>
                    </a:cubicBezTo>
                    <a:lnTo>
                      <a:pt x="11617" y="4068"/>
                    </a:lnTo>
                    <a:lnTo>
                      <a:pt x="12234" y="4813"/>
                    </a:lnTo>
                    <a:lnTo>
                      <a:pt x="12881" y="4279"/>
                    </a:lnTo>
                    <a:cubicBezTo>
                      <a:pt x="13297" y="3973"/>
                      <a:pt x="13912" y="3496"/>
                      <a:pt x="14779" y="3008"/>
                    </a:cubicBezTo>
                    <a:cubicBezTo>
                      <a:pt x="15808" y="2412"/>
                      <a:pt x="16902" y="1936"/>
                      <a:pt x="18039" y="1588"/>
                    </a:cubicBezTo>
                    <a:cubicBezTo>
                      <a:pt x="19049" y="1281"/>
                      <a:pt x="20205" y="1064"/>
                      <a:pt x="21437" y="1064"/>
                    </a:cubicBezTo>
                    <a:cubicBezTo>
                      <a:pt x="21800" y="1064"/>
                      <a:pt x="22170" y="1083"/>
                      <a:pt x="22544" y="1124"/>
                    </a:cubicBezTo>
                    <a:cubicBezTo>
                      <a:pt x="23363" y="1198"/>
                      <a:pt x="24213" y="1442"/>
                      <a:pt x="24998" y="1782"/>
                    </a:cubicBezTo>
                    <a:cubicBezTo>
                      <a:pt x="25206" y="1883"/>
                      <a:pt x="25433" y="1981"/>
                      <a:pt x="25634" y="2089"/>
                    </a:cubicBezTo>
                    <a:lnTo>
                      <a:pt x="26183" y="2433"/>
                    </a:lnTo>
                    <a:cubicBezTo>
                      <a:pt x="26537" y="2694"/>
                      <a:pt x="26927" y="2962"/>
                      <a:pt x="27241" y="3305"/>
                    </a:cubicBezTo>
                    <a:cubicBezTo>
                      <a:pt x="28593" y="4597"/>
                      <a:pt x="29462" y="6522"/>
                      <a:pt x="29663" y="8571"/>
                    </a:cubicBezTo>
                    <a:cubicBezTo>
                      <a:pt x="29888" y="10637"/>
                      <a:pt x="29323" y="12791"/>
                      <a:pt x="28083" y="14598"/>
                    </a:cubicBezTo>
                    <a:cubicBezTo>
                      <a:pt x="26853" y="16415"/>
                      <a:pt x="25081" y="17897"/>
                      <a:pt x="23116" y="19029"/>
                    </a:cubicBezTo>
                    <a:cubicBezTo>
                      <a:pt x="21151" y="20168"/>
                      <a:pt x="18980" y="20987"/>
                      <a:pt x="16826" y="21708"/>
                    </a:cubicBezTo>
                    <a:cubicBezTo>
                      <a:pt x="14664" y="22423"/>
                      <a:pt x="12488" y="23024"/>
                      <a:pt x="10389" y="23666"/>
                    </a:cubicBezTo>
                    <a:cubicBezTo>
                      <a:pt x="8338" y="24314"/>
                      <a:pt x="6224" y="24716"/>
                      <a:pt x="4321" y="25624"/>
                    </a:cubicBezTo>
                    <a:cubicBezTo>
                      <a:pt x="3368" y="26069"/>
                      <a:pt x="2495" y="26677"/>
                      <a:pt x="1791" y="27395"/>
                    </a:cubicBezTo>
                    <a:cubicBezTo>
                      <a:pt x="1082" y="28106"/>
                      <a:pt x="508" y="28965"/>
                      <a:pt x="259" y="29935"/>
                    </a:cubicBezTo>
                    <a:cubicBezTo>
                      <a:pt x="0" y="30909"/>
                      <a:pt x="170" y="31941"/>
                      <a:pt x="694" y="32731"/>
                    </a:cubicBezTo>
                    <a:cubicBezTo>
                      <a:pt x="1235" y="33501"/>
                      <a:pt x="2023" y="33935"/>
                      <a:pt x="2782" y="34121"/>
                    </a:cubicBezTo>
                    <a:cubicBezTo>
                      <a:pt x="3070" y="34191"/>
                      <a:pt x="3358" y="34225"/>
                      <a:pt x="3638" y="34225"/>
                    </a:cubicBezTo>
                    <a:cubicBezTo>
                      <a:pt x="4106" y="34225"/>
                      <a:pt x="4553" y="34131"/>
                      <a:pt x="4946" y="33954"/>
                    </a:cubicBezTo>
                    <a:cubicBezTo>
                      <a:pt x="5250" y="33820"/>
                      <a:pt x="5523" y="33623"/>
                      <a:pt x="5748" y="33379"/>
                    </a:cubicBezTo>
                    <a:cubicBezTo>
                      <a:pt x="5965" y="33145"/>
                      <a:pt x="6087" y="32805"/>
                      <a:pt x="6138" y="32544"/>
                    </a:cubicBezTo>
                    <a:cubicBezTo>
                      <a:pt x="6332" y="31462"/>
                      <a:pt x="5963" y="30567"/>
                      <a:pt x="5465" y="30236"/>
                    </a:cubicBezTo>
                    <a:cubicBezTo>
                      <a:pt x="5261" y="30119"/>
                      <a:pt x="5087" y="30085"/>
                      <a:pt x="4953" y="30085"/>
                    </a:cubicBezTo>
                    <a:cubicBezTo>
                      <a:pt x="4777" y="30085"/>
                      <a:pt x="4666" y="30143"/>
                      <a:pt x="4636" y="30147"/>
                    </a:cubicBezTo>
                    <a:lnTo>
                      <a:pt x="4636" y="30147"/>
                    </a:lnTo>
                    <a:cubicBezTo>
                      <a:pt x="4659" y="30146"/>
                      <a:pt x="4725" y="30130"/>
                      <a:pt x="4819" y="30130"/>
                    </a:cubicBezTo>
                    <a:cubicBezTo>
                      <a:pt x="4961" y="30130"/>
                      <a:pt x="5166" y="30167"/>
                      <a:pt x="5381" y="30349"/>
                    </a:cubicBezTo>
                    <a:cubicBezTo>
                      <a:pt x="5760" y="30682"/>
                      <a:pt x="5968" y="31534"/>
                      <a:pt x="5719" y="32443"/>
                    </a:cubicBezTo>
                    <a:cubicBezTo>
                      <a:pt x="5587" y="33111"/>
                      <a:pt x="4764" y="33560"/>
                      <a:pt x="3860" y="33560"/>
                    </a:cubicBezTo>
                    <a:cubicBezTo>
                      <a:pt x="3569" y="33560"/>
                      <a:pt x="3269" y="33514"/>
                      <a:pt x="2980" y="33413"/>
                    </a:cubicBezTo>
                    <a:cubicBezTo>
                      <a:pt x="2382" y="33216"/>
                      <a:pt x="1798" y="32805"/>
                      <a:pt x="1458" y="32235"/>
                    </a:cubicBezTo>
                    <a:cubicBezTo>
                      <a:pt x="1125" y="31682"/>
                      <a:pt x="1044" y="30904"/>
                      <a:pt x="1252" y="30198"/>
                    </a:cubicBezTo>
                    <a:cubicBezTo>
                      <a:pt x="1688" y="28745"/>
                      <a:pt x="3091" y="27381"/>
                      <a:pt x="4783" y="26591"/>
                    </a:cubicBezTo>
                    <a:cubicBezTo>
                      <a:pt x="6511" y="25758"/>
                      <a:pt x="8589" y="25356"/>
                      <a:pt x="10703" y="24695"/>
                    </a:cubicBezTo>
                    <a:cubicBezTo>
                      <a:pt x="12785" y="24061"/>
                      <a:pt x="14968" y="23460"/>
                      <a:pt x="17166" y="22734"/>
                    </a:cubicBezTo>
                    <a:cubicBezTo>
                      <a:pt x="19361" y="22002"/>
                      <a:pt x="21587" y="21171"/>
                      <a:pt x="23662" y="19972"/>
                    </a:cubicBezTo>
                    <a:cubicBezTo>
                      <a:pt x="25730" y="18782"/>
                      <a:pt x="27636" y="17205"/>
                      <a:pt x="28990" y="15211"/>
                    </a:cubicBezTo>
                    <a:cubicBezTo>
                      <a:pt x="30357" y="13236"/>
                      <a:pt x="31015" y="10761"/>
                      <a:pt x="30757" y="8468"/>
                    </a:cubicBezTo>
                    <a:cubicBezTo>
                      <a:pt x="30537" y="6175"/>
                      <a:pt x="29567" y="4006"/>
                      <a:pt x="28016" y="2517"/>
                    </a:cubicBezTo>
                    <a:cubicBezTo>
                      <a:pt x="27652" y="2122"/>
                      <a:pt x="27221" y="1818"/>
                      <a:pt x="26791" y="1507"/>
                    </a:cubicBezTo>
                    <a:lnTo>
                      <a:pt x="26108" y="1091"/>
                    </a:lnTo>
                    <a:cubicBezTo>
                      <a:pt x="25888" y="976"/>
                      <a:pt x="25673" y="887"/>
                      <a:pt x="25457" y="787"/>
                    </a:cubicBezTo>
                    <a:cubicBezTo>
                      <a:pt x="24512" y="384"/>
                      <a:pt x="23585" y="138"/>
                      <a:pt x="22659" y="56"/>
                    </a:cubicBezTo>
                    <a:cubicBezTo>
                      <a:pt x="22276" y="18"/>
                      <a:pt x="21899" y="0"/>
                      <a:pt x="21530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2957425" y="254350"/>
                <a:ext cx="842900" cy="896500"/>
              </a:xfrm>
              <a:custGeom>
                <a:avLst/>
                <a:gdLst/>
                <a:ahLst/>
                <a:cxnLst/>
                <a:rect l="l" t="t" r="r" b="b"/>
                <a:pathLst>
                  <a:path w="33716" h="35860" extrusionOk="0">
                    <a:moveTo>
                      <a:pt x="10613" y="1"/>
                    </a:moveTo>
                    <a:cubicBezTo>
                      <a:pt x="10145" y="1"/>
                      <a:pt x="9663" y="27"/>
                      <a:pt x="9169" y="83"/>
                    </a:cubicBezTo>
                    <a:cubicBezTo>
                      <a:pt x="8120" y="196"/>
                      <a:pt x="7110" y="471"/>
                      <a:pt x="5987" y="969"/>
                    </a:cubicBezTo>
                    <a:cubicBezTo>
                      <a:pt x="5769" y="1077"/>
                      <a:pt x="5573" y="1158"/>
                      <a:pt x="5329" y="1288"/>
                    </a:cubicBezTo>
                    <a:cubicBezTo>
                      <a:pt x="5054" y="1453"/>
                      <a:pt x="4776" y="1623"/>
                      <a:pt x="4501" y="1805"/>
                    </a:cubicBezTo>
                    <a:cubicBezTo>
                      <a:pt x="4211" y="1982"/>
                      <a:pt x="4020" y="2180"/>
                      <a:pt x="3773" y="2374"/>
                    </a:cubicBezTo>
                    <a:cubicBezTo>
                      <a:pt x="3531" y="2561"/>
                      <a:pt x="3306" y="2769"/>
                      <a:pt x="3103" y="2997"/>
                    </a:cubicBezTo>
                    <a:cubicBezTo>
                      <a:pt x="1353" y="4746"/>
                      <a:pt x="305" y="7222"/>
                      <a:pt x="101" y="9807"/>
                    </a:cubicBezTo>
                    <a:cubicBezTo>
                      <a:pt x="1" y="11104"/>
                      <a:pt x="108" y="12445"/>
                      <a:pt x="477" y="13744"/>
                    </a:cubicBezTo>
                    <a:cubicBezTo>
                      <a:pt x="669" y="14393"/>
                      <a:pt x="896" y="15037"/>
                      <a:pt x="1207" y="15655"/>
                    </a:cubicBezTo>
                    <a:lnTo>
                      <a:pt x="1317" y="15887"/>
                    </a:lnTo>
                    <a:lnTo>
                      <a:pt x="1399" y="16050"/>
                    </a:lnTo>
                    <a:lnTo>
                      <a:pt x="1454" y="16143"/>
                    </a:lnTo>
                    <a:lnTo>
                      <a:pt x="1664" y="16514"/>
                    </a:lnTo>
                    <a:cubicBezTo>
                      <a:pt x="1815" y="16768"/>
                      <a:pt x="2038" y="17112"/>
                      <a:pt x="2227" y="17383"/>
                    </a:cubicBezTo>
                    <a:cubicBezTo>
                      <a:pt x="3768" y="19563"/>
                      <a:pt x="5870" y="21234"/>
                      <a:pt x="8101" y="22431"/>
                    </a:cubicBezTo>
                    <a:cubicBezTo>
                      <a:pt x="10346" y="23652"/>
                      <a:pt x="12661" y="24439"/>
                      <a:pt x="14923" y="25131"/>
                    </a:cubicBezTo>
                    <a:cubicBezTo>
                      <a:pt x="17183" y="25811"/>
                      <a:pt x="19387" y="26354"/>
                      <a:pt x="21465" y="26929"/>
                    </a:cubicBezTo>
                    <a:cubicBezTo>
                      <a:pt x="23674" y="27549"/>
                      <a:pt x="25714" y="27901"/>
                      <a:pt x="27263" y="28605"/>
                    </a:cubicBezTo>
                    <a:cubicBezTo>
                      <a:pt x="28737" y="29208"/>
                      <a:pt x="29912" y="30443"/>
                      <a:pt x="30235" y="31324"/>
                    </a:cubicBezTo>
                    <a:cubicBezTo>
                      <a:pt x="30314" y="31544"/>
                      <a:pt x="30372" y="31738"/>
                      <a:pt x="30372" y="31934"/>
                    </a:cubicBezTo>
                    <a:cubicBezTo>
                      <a:pt x="30382" y="32118"/>
                      <a:pt x="30362" y="32303"/>
                      <a:pt x="30319" y="32482"/>
                    </a:cubicBezTo>
                    <a:cubicBezTo>
                      <a:pt x="30221" y="32825"/>
                      <a:pt x="29876" y="33215"/>
                      <a:pt x="29470" y="33423"/>
                    </a:cubicBezTo>
                    <a:cubicBezTo>
                      <a:pt x="29168" y="33604"/>
                      <a:pt x="28826" y="33680"/>
                      <a:pt x="28510" y="33680"/>
                    </a:cubicBezTo>
                    <a:cubicBezTo>
                      <a:pt x="27991" y="33680"/>
                      <a:pt x="27541" y="33476"/>
                      <a:pt x="27447" y="33203"/>
                    </a:cubicBezTo>
                    <a:cubicBezTo>
                      <a:pt x="27102" y="32509"/>
                      <a:pt x="27119" y="31700"/>
                      <a:pt x="27356" y="31364"/>
                    </a:cubicBezTo>
                    <a:cubicBezTo>
                      <a:pt x="27607" y="30981"/>
                      <a:pt x="28028" y="31037"/>
                      <a:pt x="28000" y="31010"/>
                    </a:cubicBezTo>
                    <a:lnTo>
                      <a:pt x="27789" y="30922"/>
                    </a:lnTo>
                    <a:cubicBezTo>
                      <a:pt x="27724" y="30901"/>
                      <a:pt x="27634" y="30882"/>
                      <a:pt x="27526" y="30882"/>
                    </a:cubicBezTo>
                    <a:cubicBezTo>
                      <a:pt x="27395" y="30882"/>
                      <a:pt x="27238" y="30910"/>
                      <a:pt x="27064" y="30996"/>
                    </a:cubicBezTo>
                    <a:cubicBezTo>
                      <a:pt x="26741" y="31144"/>
                      <a:pt x="26465" y="31501"/>
                      <a:pt x="26279" y="31937"/>
                    </a:cubicBezTo>
                    <a:cubicBezTo>
                      <a:pt x="26087" y="32379"/>
                      <a:pt x="25975" y="32913"/>
                      <a:pt x="26056" y="33576"/>
                    </a:cubicBezTo>
                    <a:cubicBezTo>
                      <a:pt x="26082" y="33875"/>
                      <a:pt x="26274" y="34392"/>
                      <a:pt x="26544" y="34692"/>
                    </a:cubicBezTo>
                    <a:cubicBezTo>
                      <a:pt x="26815" y="35010"/>
                      <a:pt x="27150" y="35269"/>
                      <a:pt x="27526" y="35453"/>
                    </a:cubicBezTo>
                    <a:cubicBezTo>
                      <a:pt x="28058" y="35717"/>
                      <a:pt x="28661" y="35859"/>
                      <a:pt x="29301" y="35859"/>
                    </a:cubicBezTo>
                    <a:cubicBezTo>
                      <a:pt x="29589" y="35859"/>
                      <a:pt x="29884" y="35831"/>
                      <a:pt x="30183" y="35771"/>
                    </a:cubicBezTo>
                    <a:cubicBezTo>
                      <a:pt x="31126" y="35568"/>
                      <a:pt x="32134" y="35087"/>
                      <a:pt x="32885" y="34067"/>
                    </a:cubicBezTo>
                    <a:cubicBezTo>
                      <a:pt x="33287" y="33485"/>
                      <a:pt x="33484" y="32951"/>
                      <a:pt x="33596" y="32308"/>
                    </a:cubicBezTo>
                    <a:cubicBezTo>
                      <a:pt x="33716" y="31673"/>
                      <a:pt x="33670" y="30998"/>
                      <a:pt x="33510" y="30381"/>
                    </a:cubicBezTo>
                    <a:cubicBezTo>
                      <a:pt x="33194" y="29124"/>
                      <a:pt x="32462" y="28123"/>
                      <a:pt x="31638" y="27317"/>
                    </a:cubicBezTo>
                    <a:cubicBezTo>
                      <a:pt x="30822" y="26508"/>
                      <a:pt x="29793" y="25825"/>
                      <a:pt x="28723" y="25349"/>
                    </a:cubicBezTo>
                    <a:cubicBezTo>
                      <a:pt x="26604" y="24389"/>
                      <a:pt x="24436" y="24025"/>
                      <a:pt x="22451" y="23427"/>
                    </a:cubicBezTo>
                    <a:cubicBezTo>
                      <a:pt x="20318" y="22812"/>
                      <a:pt x="18143" y="22249"/>
                      <a:pt x="16012" y="21581"/>
                    </a:cubicBezTo>
                    <a:cubicBezTo>
                      <a:pt x="13894" y="20914"/>
                      <a:pt x="11778" y="20148"/>
                      <a:pt x="9935" y="19113"/>
                    </a:cubicBezTo>
                    <a:cubicBezTo>
                      <a:pt x="8084" y="18075"/>
                      <a:pt x="6442" y="16765"/>
                      <a:pt x="5315" y="15193"/>
                    </a:cubicBezTo>
                    <a:cubicBezTo>
                      <a:pt x="5178" y="14991"/>
                      <a:pt x="5082" y="14862"/>
                      <a:pt x="4939" y="14625"/>
                    </a:cubicBezTo>
                    <a:lnTo>
                      <a:pt x="4723" y="14254"/>
                    </a:lnTo>
                    <a:lnTo>
                      <a:pt x="4679" y="14181"/>
                    </a:lnTo>
                    <a:lnTo>
                      <a:pt x="4679" y="14181"/>
                    </a:lnTo>
                    <a:cubicBezTo>
                      <a:pt x="4682" y="14186"/>
                      <a:pt x="4684" y="14188"/>
                      <a:pt x="4684" y="14188"/>
                    </a:cubicBezTo>
                    <a:cubicBezTo>
                      <a:pt x="4687" y="14188"/>
                      <a:pt x="4659" y="14132"/>
                      <a:pt x="4659" y="14132"/>
                    </a:cubicBezTo>
                    <a:lnTo>
                      <a:pt x="4587" y="13979"/>
                    </a:lnTo>
                    <a:cubicBezTo>
                      <a:pt x="4379" y="13582"/>
                      <a:pt x="4228" y="13156"/>
                      <a:pt x="4096" y="12727"/>
                    </a:cubicBezTo>
                    <a:cubicBezTo>
                      <a:pt x="3838" y="11865"/>
                      <a:pt x="3761" y="10953"/>
                      <a:pt x="3823" y="10072"/>
                    </a:cubicBezTo>
                    <a:cubicBezTo>
                      <a:pt x="3948" y="8311"/>
                      <a:pt x="4649" y="6654"/>
                      <a:pt x="5743" y="5558"/>
                    </a:cubicBezTo>
                    <a:cubicBezTo>
                      <a:pt x="5987" y="5268"/>
                      <a:pt x="6325" y="5029"/>
                      <a:pt x="6586" y="4823"/>
                    </a:cubicBezTo>
                    <a:cubicBezTo>
                      <a:pt x="6720" y="4737"/>
                      <a:pt x="6847" y="4646"/>
                      <a:pt x="6971" y="4550"/>
                    </a:cubicBezTo>
                    <a:cubicBezTo>
                      <a:pt x="7148" y="4447"/>
                      <a:pt x="7388" y="4335"/>
                      <a:pt x="7589" y="4229"/>
                    </a:cubicBezTo>
                    <a:cubicBezTo>
                      <a:pt x="8180" y="3952"/>
                      <a:pt x="8936" y="3693"/>
                      <a:pt x="9631" y="3614"/>
                    </a:cubicBezTo>
                    <a:cubicBezTo>
                      <a:pt x="10052" y="3554"/>
                      <a:pt x="10473" y="3527"/>
                      <a:pt x="10888" y="3527"/>
                    </a:cubicBezTo>
                    <a:cubicBezTo>
                      <a:pt x="11865" y="3527"/>
                      <a:pt x="12809" y="3678"/>
                      <a:pt x="13654" y="3909"/>
                    </a:cubicBezTo>
                    <a:cubicBezTo>
                      <a:pt x="14866" y="4232"/>
                      <a:pt x="15888" y="4699"/>
                      <a:pt x="16704" y="5120"/>
                    </a:cubicBezTo>
                    <a:cubicBezTo>
                      <a:pt x="17532" y="5546"/>
                      <a:pt x="18111" y="5960"/>
                      <a:pt x="18492" y="6214"/>
                    </a:cubicBezTo>
                    <a:lnTo>
                      <a:pt x="19157" y="6721"/>
                    </a:lnTo>
                    <a:lnTo>
                      <a:pt x="21151" y="4222"/>
                    </a:lnTo>
                    <a:lnTo>
                      <a:pt x="20507" y="3686"/>
                    </a:lnTo>
                    <a:cubicBezTo>
                      <a:pt x="19998" y="3303"/>
                      <a:pt x="19287" y="2757"/>
                      <a:pt x="18322" y="2207"/>
                    </a:cubicBezTo>
                    <a:cubicBezTo>
                      <a:pt x="17144" y="1527"/>
                      <a:pt x="15892" y="986"/>
                      <a:pt x="14590" y="598"/>
                    </a:cubicBezTo>
                    <a:cubicBezTo>
                      <a:pt x="13435" y="258"/>
                      <a:pt x="12094" y="1"/>
                      <a:pt x="1061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2987525" y="285250"/>
                <a:ext cx="786050" cy="845950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33838" extrusionOk="0">
                    <a:moveTo>
                      <a:pt x="26798" y="29774"/>
                    </a:moveTo>
                    <a:cubicBezTo>
                      <a:pt x="26799" y="29776"/>
                      <a:pt x="26799" y="29778"/>
                      <a:pt x="26798" y="29779"/>
                    </a:cubicBezTo>
                    <a:lnTo>
                      <a:pt x="26798" y="29779"/>
                    </a:lnTo>
                    <a:cubicBezTo>
                      <a:pt x="26799" y="29778"/>
                      <a:pt x="26799" y="29776"/>
                      <a:pt x="26798" y="29774"/>
                    </a:cubicBezTo>
                    <a:close/>
                    <a:moveTo>
                      <a:pt x="26798" y="29779"/>
                    </a:moveTo>
                    <a:cubicBezTo>
                      <a:pt x="26797" y="29780"/>
                      <a:pt x="26795" y="29780"/>
                      <a:pt x="26791" y="29780"/>
                    </a:cubicBezTo>
                    <a:lnTo>
                      <a:pt x="26791" y="29780"/>
                    </a:lnTo>
                    <a:cubicBezTo>
                      <a:pt x="26792" y="29780"/>
                      <a:pt x="26793" y="29781"/>
                      <a:pt x="26793" y="29781"/>
                    </a:cubicBezTo>
                    <a:cubicBezTo>
                      <a:pt x="26796" y="29781"/>
                      <a:pt x="26797" y="29780"/>
                      <a:pt x="26798" y="29779"/>
                    </a:cubicBezTo>
                    <a:close/>
                    <a:moveTo>
                      <a:pt x="9497" y="0"/>
                    </a:moveTo>
                    <a:cubicBezTo>
                      <a:pt x="9051" y="0"/>
                      <a:pt x="8593" y="26"/>
                      <a:pt x="8125" y="83"/>
                    </a:cubicBezTo>
                    <a:cubicBezTo>
                      <a:pt x="7203" y="183"/>
                      <a:pt x="6279" y="451"/>
                      <a:pt x="5343" y="873"/>
                    </a:cubicBezTo>
                    <a:cubicBezTo>
                      <a:pt x="5130" y="978"/>
                      <a:pt x="4920" y="1071"/>
                      <a:pt x="4700" y="1191"/>
                    </a:cubicBezTo>
                    <a:lnTo>
                      <a:pt x="4025" y="1622"/>
                    </a:lnTo>
                    <a:cubicBezTo>
                      <a:pt x="3603" y="1940"/>
                      <a:pt x="3180" y="2256"/>
                      <a:pt x="2823" y="2658"/>
                    </a:cubicBezTo>
                    <a:cubicBezTo>
                      <a:pt x="1305" y="4178"/>
                      <a:pt x="381" y="6369"/>
                      <a:pt x="209" y="8664"/>
                    </a:cubicBezTo>
                    <a:cubicBezTo>
                      <a:pt x="1" y="10964"/>
                      <a:pt x="712" y="13423"/>
                      <a:pt x="2122" y="15371"/>
                    </a:cubicBezTo>
                    <a:cubicBezTo>
                      <a:pt x="3517" y="17334"/>
                      <a:pt x="5458" y="18868"/>
                      <a:pt x="7550" y="20015"/>
                    </a:cubicBezTo>
                    <a:cubicBezTo>
                      <a:pt x="9652" y="21171"/>
                      <a:pt x="11895" y="21954"/>
                      <a:pt x="14104" y="22639"/>
                    </a:cubicBezTo>
                    <a:cubicBezTo>
                      <a:pt x="16319" y="23316"/>
                      <a:pt x="18511" y="23869"/>
                      <a:pt x="20608" y="24460"/>
                    </a:cubicBezTo>
                    <a:cubicBezTo>
                      <a:pt x="22736" y="25075"/>
                      <a:pt x="24821" y="25434"/>
                      <a:pt x="26568" y="26229"/>
                    </a:cubicBezTo>
                    <a:cubicBezTo>
                      <a:pt x="28277" y="26981"/>
                      <a:pt x="29709" y="28316"/>
                      <a:pt x="30176" y="29760"/>
                    </a:cubicBezTo>
                    <a:cubicBezTo>
                      <a:pt x="30396" y="30464"/>
                      <a:pt x="30331" y="31242"/>
                      <a:pt x="30011" y="31802"/>
                    </a:cubicBezTo>
                    <a:cubicBezTo>
                      <a:pt x="29683" y="32379"/>
                      <a:pt x="29110" y="32802"/>
                      <a:pt x="28514" y="33010"/>
                    </a:cubicBezTo>
                    <a:cubicBezTo>
                      <a:pt x="28209" y="33125"/>
                      <a:pt x="27890" y="33178"/>
                      <a:pt x="27580" y="33178"/>
                    </a:cubicBezTo>
                    <a:cubicBezTo>
                      <a:pt x="26699" y="33178"/>
                      <a:pt x="25900" y="32750"/>
                      <a:pt x="25757" y="32098"/>
                    </a:cubicBezTo>
                    <a:cubicBezTo>
                      <a:pt x="25486" y="31196"/>
                      <a:pt x="25678" y="30341"/>
                      <a:pt x="26051" y="29999"/>
                    </a:cubicBezTo>
                    <a:cubicBezTo>
                      <a:pt x="26270" y="29804"/>
                      <a:pt x="26483" y="29768"/>
                      <a:pt x="26625" y="29768"/>
                    </a:cubicBezTo>
                    <a:cubicBezTo>
                      <a:pt x="26708" y="29768"/>
                      <a:pt x="26768" y="29780"/>
                      <a:pt x="26790" y="29780"/>
                    </a:cubicBezTo>
                    <a:cubicBezTo>
                      <a:pt x="26790" y="29780"/>
                      <a:pt x="26791" y="29780"/>
                      <a:pt x="26791" y="29780"/>
                    </a:cubicBezTo>
                    <a:lnTo>
                      <a:pt x="26791" y="29780"/>
                    </a:lnTo>
                    <a:cubicBezTo>
                      <a:pt x="26764" y="29777"/>
                      <a:pt x="26659" y="29726"/>
                      <a:pt x="26493" y="29726"/>
                    </a:cubicBezTo>
                    <a:cubicBezTo>
                      <a:pt x="26356" y="29726"/>
                      <a:pt x="26177" y="29761"/>
                      <a:pt x="25965" y="29889"/>
                    </a:cubicBezTo>
                    <a:cubicBezTo>
                      <a:pt x="25477" y="30229"/>
                      <a:pt x="25127" y="31131"/>
                      <a:pt x="25343" y="32211"/>
                    </a:cubicBezTo>
                    <a:cubicBezTo>
                      <a:pt x="25398" y="32470"/>
                      <a:pt x="25527" y="32807"/>
                      <a:pt x="25750" y="33037"/>
                    </a:cubicBezTo>
                    <a:cubicBezTo>
                      <a:pt x="25980" y="33276"/>
                      <a:pt x="26257" y="33465"/>
                      <a:pt x="26564" y="33592"/>
                    </a:cubicBezTo>
                    <a:cubicBezTo>
                      <a:pt x="26941" y="33753"/>
                      <a:pt x="27364" y="33838"/>
                      <a:pt x="27807" y="33838"/>
                    </a:cubicBezTo>
                    <a:cubicBezTo>
                      <a:pt x="28109" y="33838"/>
                      <a:pt x="28419" y="33798"/>
                      <a:pt x="28730" y="33717"/>
                    </a:cubicBezTo>
                    <a:cubicBezTo>
                      <a:pt x="29486" y="33511"/>
                      <a:pt x="30264" y="33063"/>
                      <a:pt x="30788" y="32280"/>
                    </a:cubicBezTo>
                    <a:cubicBezTo>
                      <a:pt x="31296" y="31481"/>
                      <a:pt x="31442" y="30442"/>
                      <a:pt x="31162" y="29475"/>
                    </a:cubicBezTo>
                    <a:cubicBezTo>
                      <a:pt x="30894" y="28510"/>
                      <a:pt x="30303" y="27665"/>
                      <a:pt x="29577" y="26969"/>
                    </a:cubicBezTo>
                    <a:cubicBezTo>
                      <a:pt x="28859" y="26267"/>
                      <a:pt x="27971" y="25679"/>
                      <a:pt x="27009" y="25255"/>
                    </a:cubicBezTo>
                    <a:cubicBezTo>
                      <a:pt x="25089" y="24386"/>
                      <a:pt x="22966" y="24029"/>
                      <a:pt x="20900" y="23426"/>
                    </a:cubicBezTo>
                    <a:cubicBezTo>
                      <a:pt x="18789" y="22828"/>
                      <a:pt x="16601" y="22272"/>
                      <a:pt x="14423" y="21604"/>
                    </a:cubicBezTo>
                    <a:cubicBezTo>
                      <a:pt x="12254" y="20932"/>
                      <a:pt x="10066" y="20159"/>
                      <a:pt x="8077" y="19060"/>
                    </a:cubicBezTo>
                    <a:cubicBezTo>
                      <a:pt x="6090" y="17971"/>
                      <a:pt x="4285" y="16527"/>
                      <a:pt x="3014" y="14737"/>
                    </a:cubicBezTo>
                    <a:cubicBezTo>
                      <a:pt x="1739" y="12956"/>
                      <a:pt x="1128" y="10816"/>
                      <a:pt x="1310" y="8743"/>
                    </a:cubicBezTo>
                    <a:cubicBezTo>
                      <a:pt x="1466" y="6692"/>
                      <a:pt x="2291" y="4750"/>
                      <a:pt x="3618" y="3429"/>
                    </a:cubicBezTo>
                    <a:cubicBezTo>
                      <a:pt x="3924" y="3080"/>
                      <a:pt x="4309" y="2802"/>
                      <a:pt x="4656" y="2536"/>
                    </a:cubicBezTo>
                    <a:lnTo>
                      <a:pt x="5197" y="2177"/>
                    </a:lnTo>
                    <a:cubicBezTo>
                      <a:pt x="5396" y="2065"/>
                      <a:pt x="5621" y="1962"/>
                      <a:pt x="5829" y="1856"/>
                    </a:cubicBezTo>
                    <a:cubicBezTo>
                      <a:pt x="6605" y="1502"/>
                      <a:pt x="7450" y="1236"/>
                      <a:pt x="8266" y="1145"/>
                    </a:cubicBezTo>
                    <a:cubicBezTo>
                      <a:pt x="8716" y="1086"/>
                      <a:pt x="9160" y="1060"/>
                      <a:pt x="9594" y="1060"/>
                    </a:cubicBezTo>
                    <a:cubicBezTo>
                      <a:pt x="10744" y="1060"/>
                      <a:pt x="11825" y="1247"/>
                      <a:pt x="12781" y="1514"/>
                    </a:cubicBezTo>
                    <a:cubicBezTo>
                      <a:pt x="13922" y="1837"/>
                      <a:pt x="15026" y="2290"/>
                      <a:pt x="16067" y="2864"/>
                    </a:cubicBezTo>
                    <a:cubicBezTo>
                      <a:pt x="16943" y="3333"/>
                      <a:pt x="17570" y="3795"/>
                      <a:pt x="17992" y="4094"/>
                    </a:cubicBezTo>
                    <a:lnTo>
                      <a:pt x="18650" y="4614"/>
                    </a:lnTo>
                    <a:lnTo>
                      <a:pt x="19253" y="3858"/>
                    </a:lnTo>
                    <a:lnTo>
                      <a:pt x="18600" y="3333"/>
                    </a:lnTo>
                    <a:cubicBezTo>
                      <a:pt x="18135" y="2996"/>
                      <a:pt x="17470" y="2498"/>
                      <a:pt x="16551" y="1993"/>
                    </a:cubicBezTo>
                    <a:cubicBezTo>
                      <a:pt x="15445" y="1373"/>
                      <a:pt x="14274" y="880"/>
                      <a:pt x="13058" y="523"/>
                    </a:cubicBezTo>
                    <a:cubicBezTo>
                      <a:pt x="12009" y="220"/>
                      <a:pt x="10803" y="0"/>
                      <a:pt x="9497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3368550" y="238100"/>
                <a:ext cx="1089150" cy="1354050"/>
              </a:xfrm>
              <a:custGeom>
                <a:avLst/>
                <a:gdLst/>
                <a:ahLst/>
                <a:cxnLst/>
                <a:rect l="l" t="t" r="r" b="b"/>
                <a:pathLst>
                  <a:path w="43566" h="54162" extrusionOk="0">
                    <a:moveTo>
                      <a:pt x="40538" y="1"/>
                    </a:moveTo>
                    <a:cubicBezTo>
                      <a:pt x="40536" y="1"/>
                      <a:pt x="40535" y="1"/>
                      <a:pt x="40533" y="1"/>
                    </a:cubicBezTo>
                    <a:lnTo>
                      <a:pt x="23581" y="183"/>
                    </a:lnTo>
                    <a:lnTo>
                      <a:pt x="19703" y="224"/>
                    </a:lnTo>
                    <a:lnTo>
                      <a:pt x="2751" y="406"/>
                    </a:lnTo>
                    <a:cubicBezTo>
                      <a:pt x="2416" y="408"/>
                      <a:pt x="2128" y="645"/>
                      <a:pt x="2061" y="973"/>
                    </a:cubicBezTo>
                    <a:cubicBezTo>
                      <a:pt x="1530" y="3469"/>
                      <a:pt x="0" y="13846"/>
                      <a:pt x="8783" y="22600"/>
                    </a:cubicBezTo>
                    <a:cubicBezTo>
                      <a:pt x="18846" y="32630"/>
                      <a:pt x="19789" y="34399"/>
                      <a:pt x="18887" y="42942"/>
                    </a:cubicBezTo>
                    <a:cubicBezTo>
                      <a:pt x="17982" y="51485"/>
                      <a:pt x="13855" y="54161"/>
                      <a:pt x="13855" y="54161"/>
                    </a:cubicBezTo>
                    <a:lnTo>
                      <a:pt x="22106" y="54072"/>
                    </a:lnTo>
                    <a:lnTo>
                      <a:pt x="22326" y="54070"/>
                    </a:lnTo>
                    <a:lnTo>
                      <a:pt x="30577" y="53982"/>
                    </a:lnTo>
                    <a:cubicBezTo>
                      <a:pt x="30577" y="53982"/>
                      <a:pt x="26396" y="51394"/>
                      <a:pt x="25309" y="42870"/>
                    </a:cubicBezTo>
                    <a:cubicBezTo>
                      <a:pt x="24222" y="34348"/>
                      <a:pt x="25127" y="32560"/>
                      <a:pt x="34972" y="22320"/>
                    </a:cubicBezTo>
                    <a:cubicBezTo>
                      <a:pt x="43566" y="13379"/>
                      <a:pt x="41816" y="3039"/>
                      <a:pt x="41232" y="554"/>
                    </a:cubicBezTo>
                    <a:cubicBezTo>
                      <a:pt x="41158" y="228"/>
                      <a:pt x="40869" y="1"/>
                      <a:pt x="40538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3588225" y="1559325"/>
                <a:ext cx="6738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26952" h="10605" extrusionOk="0">
                    <a:moveTo>
                      <a:pt x="26784" y="0"/>
                    </a:moveTo>
                    <a:lnTo>
                      <a:pt x="58" y="285"/>
                    </a:lnTo>
                    <a:cubicBezTo>
                      <a:pt x="27" y="285"/>
                      <a:pt x="1" y="311"/>
                      <a:pt x="1" y="343"/>
                    </a:cubicBezTo>
                    <a:lnTo>
                      <a:pt x="111" y="10604"/>
                    </a:lnTo>
                    <a:lnTo>
                      <a:pt x="26951" y="10320"/>
                    </a:lnTo>
                    <a:lnTo>
                      <a:pt x="26841" y="58"/>
                    </a:lnTo>
                    <a:cubicBezTo>
                      <a:pt x="26841" y="27"/>
                      <a:pt x="26815" y="0"/>
                      <a:pt x="26784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3513850" y="1774875"/>
                <a:ext cx="825300" cy="92000"/>
              </a:xfrm>
              <a:custGeom>
                <a:avLst/>
                <a:gdLst/>
                <a:ahLst/>
                <a:cxnLst/>
                <a:rect l="l" t="t" r="r" b="b"/>
                <a:pathLst>
                  <a:path w="33012" h="3680" extrusionOk="0">
                    <a:moveTo>
                      <a:pt x="32921" y="0"/>
                    </a:moveTo>
                    <a:lnTo>
                      <a:pt x="58" y="350"/>
                    </a:lnTo>
                    <a:cubicBezTo>
                      <a:pt x="27" y="350"/>
                      <a:pt x="0" y="376"/>
                      <a:pt x="0" y="410"/>
                    </a:cubicBezTo>
                    <a:lnTo>
                      <a:pt x="36" y="3680"/>
                    </a:lnTo>
                    <a:lnTo>
                      <a:pt x="33012" y="3328"/>
                    </a:lnTo>
                    <a:lnTo>
                      <a:pt x="32978" y="58"/>
                    </a:lnTo>
                    <a:cubicBezTo>
                      <a:pt x="32978" y="27"/>
                      <a:pt x="32952" y="0"/>
                      <a:pt x="32921" y="0"/>
                    </a:cubicBezTo>
                    <a:close/>
                  </a:path>
                </a:pathLst>
              </a:custGeom>
              <a:solidFill>
                <a:srgbClr val="E7E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3466550" y="322000"/>
                <a:ext cx="893500" cy="458025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18321" extrusionOk="0">
                    <a:moveTo>
                      <a:pt x="34103" y="1"/>
                    </a:moveTo>
                    <a:cubicBezTo>
                      <a:pt x="34097" y="1"/>
                      <a:pt x="34091" y="1"/>
                      <a:pt x="34085" y="1"/>
                    </a:cubicBezTo>
                    <a:lnTo>
                      <a:pt x="18162" y="171"/>
                    </a:lnTo>
                    <a:lnTo>
                      <a:pt x="17351" y="181"/>
                    </a:lnTo>
                    <a:lnTo>
                      <a:pt x="1428" y="350"/>
                    </a:lnTo>
                    <a:cubicBezTo>
                      <a:pt x="834" y="353"/>
                      <a:pt x="348" y="820"/>
                      <a:pt x="320" y="1413"/>
                    </a:cubicBezTo>
                    <a:cubicBezTo>
                      <a:pt x="315" y="1492"/>
                      <a:pt x="312" y="1578"/>
                      <a:pt x="310" y="1667"/>
                    </a:cubicBezTo>
                    <a:cubicBezTo>
                      <a:pt x="1" y="10807"/>
                      <a:pt x="7459" y="18321"/>
                      <a:pt x="16585" y="18321"/>
                    </a:cubicBezTo>
                    <a:cubicBezTo>
                      <a:pt x="16644" y="18321"/>
                      <a:pt x="16703" y="18321"/>
                      <a:pt x="16762" y="18320"/>
                    </a:cubicBezTo>
                    <a:lnTo>
                      <a:pt x="17545" y="18310"/>
                    </a:lnTo>
                    <a:lnTo>
                      <a:pt x="18354" y="18303"/>
                    </a:lnTo>
                    <a:lnTo>
                      <a:pt x="19136" y="18294"/>
                    </a:lnTo>
                    <a:cubicBezTo>
                      <a:pt x="28343" y="18196"/>
                      <a:pt x="35739" y="10485"/>
                      <a:pt x="35229" y="1294"/>
                    </a:cubicBezTo>
                    <a:cubicBezTo>
                      <a:pt x="35225" y="1203"/>
                      <a:pt x="35220" y="1119"/>
                      <a:pt x="35215" y="1040"/>
                    </a:cubicBezTo>
                    <a:cubicBezTo>
                      <a:pt x="35175" y="455"/>
                      <a:pt x="34689" y="1"/>
                      <a:pt x="34103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3472850" y="260850"/>
                <a:ext cx="8743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34975" h="2266" extrusionOk="0">
                    <a:moveTo>
                      <a:pt x="34014" y="1"/>
                    </a:moveTo>
                    <a:cubicBezTo>
                      <a:pt x="34011" y="1"/>
                      <a:pt x="34008" y="1"/>
                      <a:pt x="34005" y="1"/>
                    </a:cubicBezTo>
                    <a:lnTo>
                      <a:pt x="953" y="355"/>
                    </a:lnTo>
                    <a:cubicBezTo>
                      <a:pt x="424" y="360"/>
                      <a:pt x="1" y="791"/>
                      <a:pt x="8" y="1320"/>
                    </a:cubicBezTo>
                    <a:cubicBezTo>
                      <a:pt x="13" y="1843"/>
                      <a:pt x="441" y="2265"/>
                      <a:pt x="964" y="2265"/>
                    </a:cubicBezTo>
                    <a:cubicBezTo>
                      <a:pt x="967" y="2265"/>
                      <a:pt x="969" y="2265"/>
                      <a:pt x="972" y="2265"/>
                    </a:cubicBezTo>
                    <a:lnTo>
                      <a:pt x="34022" y="1913"/>
                    </a:lnTo>
                    <a:cubicBezTo>
                      <a:pt x="34551" y="1906"/>
                      <a:pt x="34975" y="1473"/>
                      <a:pt x="34968" y="946"/>
                    </a:cubicBezTo>
                    <a:cubicBezTo>
                      <a:pt x="34963" y="422"/>
                      <a:pt x="34537" y="1"/>
                      <a:pt x="34014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3746150" y="421050"/>
                <a:ext cx="332625" cy="316350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2654" extrusionOk="0">
                    <a:moveTo>
                      <a:pt x="6653" y="1"/>
                    </a:moveTo>
                    <a:lnTo>
                      <a:pt x="4597" y="4166"/>
                    </a:lnTo>
                    <a:lnTo>
                      <a:pt x="1" y="4833"/>
                    </a:lnTo>
                    <a:lnTo>
                      <a:pt x="3325" y="8075"/>
                    </a:lnTo>
                    <a:lnTo>
                      <a:pt x="2540" y="12654"/>
                    </a:lnTo>
                    <a:lnTo>
                      <a:pt x="6653" y="10492"/>
                    </a:lnTo>
                    <a:lnTo>
                      <a:pt x="10765" y="12654"/>
                    </a:lnTo>
                    <a:lnTo>
                      <a:pt x="9978" y="8075"/>
                    </a:lnTo>
                    <a:lnTo>
                      <a:pt x="13305" y="4833"/>
                    </a:lnTo>
                    <a:lnTo>
                      <a:pt x="8709" y="4166"/>
                    </a:lnTo>
                    <a:lnTo>
                      <a:pt x="6653" y="1"/>
                    </a:lnTo>
                    <a:close/>
                    <a:moveTo>
                      <a:pt x="2540" y="12654"/>
                    </a:moveTo>
                    <a:lnTo>
                      <a:pt x="2540" y="12654"/>
                    </a:lnTo>
                    <a:lnTo>
                      <a:pt x="2540" y="126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3" name="Google Shape;483;p19"/>
          <p:cNvSpPr txBox="1"/>
          <p:nvPr/>
        </p:nvSpPr>
        <p:spPr>
          <a:xfrm>
            <a:off x="3827963" y="3600850"/>
            <a:ext cx="838800" cy="83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Krona One"/>
                <a:ea typeface="Krona One"/>
                <a:cs typeface="Krona One"/>
                <a:sym typeface="Krona One"/>
              </a:rPr>
              <a:t>02</a:t>
            </a:r>
            <a:endParaRPr sz="3000">
              <a:solidFill>
                <a:srgbClr val="FFFFF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484" name="Google Shape;484;p19"/>
          <p:cNvSpPr txBox="1"/>
          <p:nvPr/>
        </p:nvSpPr>
        <p:spPr>
          <a:xfrm>
            <a:off x="949099" y="1785775"/>
            <a:ext cx="813900" cy="70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Krona One"/>
                <a:ea typeface="Krona One"/>
                <a:cs typeface="Krona One"/>
                <a:sym typeface="Krona One"/>
              </a:rPr>
              <a:t>01</a:t>
            </a:r>
            <a:endParaRPr sz="3000">
              <a:solidFill>
                <a:srgbClr val="FFFFF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485" name="Google Shape;485;p19" descr="Public Domain Clip Art Image | Checkered flag | ID: 13544736619199 ..."/>
          <p:cNvPicPr preferRelativeResize="0"/>
          <p:nvPr/>
        </p:nvPicPr>
        <p:blipFill rotWithShape="1">
          <a:blip r:embed="rId3">
            <a:alphaModFix/>
          </a:blip>
          <a:srcRect t="-11870" b="11870"/>
          <a:stretch/>
        </p:blipFill>
        <p:spPr>
          <a:xfrm>
            <a:off x="6227700" y="1420775"/>
            <a:ext cx="1324301" cy="155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"/>
          <p:cNvSpPr txBox="1">
            <a:spLocks noGrp="1"/>
          </p:cNvSpPr>
          <p:nvPr>
            <p:ph type="title"/>
          </p:nvPr>
        </p:nvSpPr>
        <p:spPr>
          <a:xfrm>
            <a:off x="524125" y="841650"/>
            <a:ext cx="82755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 faced</a:t>
            </a:r>
            <a:endParaRPr/>
          </a:p>
        </p:txBody>
      </p:sp>
      <p:sp>
        <p:nvSpPr>
          <p:cNvPr id="491" name="Google Shape;491;p20"/>
          <p:cNvSpPr txBox="1"/>
          <p:nvPr/>
        </p:nvSpPr>
        <p:spPr>
          <a:xfrm>
            <a:off x="857725" y="2751938"/>
            <a:ext cx="22455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rPr>
              <a:t>1.</a:t>
            </a:r>
            <a:endParaRPr sz="1800">
              <a:solidFill>
                <a:srgbClr val="000000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492" name="Google Shape;492;p20"/>
          <p:cNvSpPr txBox="1"/>
          <p:nvPr/>
        </p:nvSpPr>
        <p:spPr>
          <a:xfrm>
            <a:off x="857725" y="3154600"/>
            <a:ext cx="22455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t"/>
                <a:ea typeface="Jost"/>
                <a:cs typeface="Jost"/>
                <a:sym typeface="Jost"/>
              </a:rPr>
              <a:t>Figuring out what to do with NAN values in my data</a:t>
            </a:r>
            <a:endParaRPr sz="1800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3" name="Google Shape;493;p20"/>
          <p:cNvSpPr txBox="1"/>
          <p:nvPr/>
        </p:nvSpPr>
        <p:spPr>
          <a:xfrm>
            <a:off x="6040775" y="2751938"/>
            <a:ext cx="22455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rPr>
              <a:t>3.</a:t>
            </a:r>
            <a:endParaRPr sz="1800">
              <a:solidFill>
                <a:srgbClr val="000000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494" name="Google Shape;494;p20"/>
          <p:cNvSpPr txBox="1"/>
          <p:nvPr/>
        </p:nvSpPr>
        <p:spPr>
          <a:xfrm>
            <a:off x="6040775" y="3154602"/>
            <a:ext cx="2245500" cy="7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t"/>
                <a:ea typeface="Jost"/>
                <a:cs typeface="Jost"/>
                <a:sym typeface="Jost"/>
              </a:rPr>
              <a:t>Logical steps to prove my hypothesis</a:t>
            </a:r>
            <a:endParaRPr sz="1800"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5" name="Google Shape;495;p20"/>
          <p:cNvSpPr txBox="1"/>
          <p:nvPr/>
        </p:nvSpPr>
        <p:spPr>
          <a:xfrm>
            <a:off x="3449250" y="2751938"/>
            <a:ext cx="22455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rPr>
              <a:t>2.</a:t>
            </a:r>
            <a:endParaRPr sz="1800">
              <a:solidFill>
                <a:srgbClr val="000000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496" name="Google Shape;496;p20"/>
          <p:cNvSpPr txBox="1"/>
          <p:nvPr/>
        </p:nvSpPr>
        <p:spPr>
          <a:xfrm>
            <a:off x="3449250" y="3154600"/>
            <a:ext cx="22455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t"/>
                <a:ea typeface="Jost"/>
                <a:cs typeface="Jost"/>
                <a:sym typeface="Jost"/>
              </a:rPr>
              <a:t>Merging method for Merging Multiple Datasets</a:t>
            </a:r>
            <a:endParaRPr sz="1800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1624825" y="1886913"/>
            <a:ext cx="711300" cy="71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4216350" y="1886913"/>
            <a:ext cx="711300" cy="71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6807875" y="1886913"/>
            <a:ext cx="711300" cy="71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0" name="Google Shape;500;p20"/>
          <p:cNvGrpSpPr/>
          <p:nvPr/>
        </p:nvGrpSpPr>
        <p:grpSpPr>
          <a:xfrm>
            <a:off x="1810850" y="2088183"/>
            <a:ext cx="339253" cy="308765"/>
            <a:chOff x="1492675" y="4420975"/>
            <a:chExt cx="481825" cy="438525"/>
          </a:xfrm>
        </p:grpSpPr>
        <p:sp>
          <p:nvSpPr>
            <p:cNvPr id="501" name="Google Shape;501;p20"/>
            <p:cNvSpPr/>
            <p:nvPr/>
          </p:nvSpPr>
          <p:spPr>
            <a:xfrm>
              <a:off x="1841375" y="4649825"/>
              <a:ext cx="43325" cy="43300"/>
            </a:xfrm>
            <a:custGeom>
              <a:avLst/>
              <a:gdLst/>
              <a:ahLst/>
              <a:cxnLst/>
              <a:rect l="l" t="t" r="r" b="b"/>
              <a:pathLst>
                <a:path w="1733" h="1732" extrusionOk="0">
                  <a:moveTo>
                    <a:pt x="868" y="0"/>
                  </a:moveTo>
                  <a:cubicBezTo>
                    <a:pt x="389" y="0"/>
                    <a:pt x="1" y="386"/>
                    <a:pt x="1" y="865"/>
                  </a:cubicBezTo>
                  <a:cubicBezTo>
                    <a:pt x="1" y="1343"/>
                    <a:pt x="389" y="1732"/>
                    <a:pt x="868" y="1732"/>
                  </a:cubicBezTo>
                  <a:cubicBezTo>
                    <a:pt x="1347" y="1732"/>
                    <a:pt x="1732" y="1343"/>
                    <a:pt x="1732" y="865"/>
                  </a:cubicBezTo>
                  <a:cubicBezTo>
                    <a:pt x="1732" y="386"/>
                    <a:pt x="1347" y="0"/>
                    <a:pt x="8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1582425" y="4649825"/>
              <a:ext cx="43300" cy="43300"/>
            </a:xfrm>
            <a:custGeom>
              <a:avLst/>
              <a:gdLst/>
              <a:ahLst/>
              <a:cxnLst/>
              <a:rect l="l" t="t" r="r" b="b"/>
              <a:pathLst>
                <a:path w="1732" h="1732" extrusionOk="0">
                  <a:moveTo>
                    <a:pt x="864" y="0"/>
                  </a:moveTo>
                  <a:cubicBezTo>
                    <a:pt x="386" y="0"/>
                    <a:pt x="0" y="386"/>
                    <a:pt x="0" y="865"/>
                  </a:cubicBezTo>
                  <a:cubicBezTo>
                    <a:pt x="0" y="1343"/>
                    <a:pt x="386" y="1732"/>
                    <a:pt x="864" y="1732"/>
                  </a:cubicBezTo>
                  <a:cubicBezTo>
                    <a:pt x="1343" y="1732"/>
                    <a:pt x="1732" y="1343"/>
                    <a:pt x="1732" y="865"/>
                  </a:cubicBezTo>
                  <a:cubicBezTo>
                    <a:pt x="1732" y="386"/>
                    <a:pt x="1343" y="0"/>
                    <a:pt x="8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1492675" y="4420975"/>
              <a:ext cx="481825" cy="356475"/>
            </a:xfrm>
            <a:custGeom>
              <a:avLst/>
              <a:gdLst/>
              <a:ahLst/>
              <a:cxnLst/>
              <a:rect l="l" t="t" r="r" b="b"/>
              <a:pathLst>
                <a:path w="19273" h="14259" extrusionOk="0">
                  <a:moveTo>
                    <a:pt x="12783" y="1126"/>
                  </a:moveTo>
                  <a:cubicBezTo>
                    <a:pt x="14322" y="1126"/>
                    <a:pt x="15629" y="2382"/>
                    <a:pt x="15822" y="4047"/>
                  </a:cubicBezTo>
                  <a:cubicBezTo>
                    <a:pt x="15825" y="4065"/>
                    <a:pt x="15828" y="4083"/>
                    <a:pt x="15831" y="4099"/>
                  </a:cubicBezTo>
                  <a:lnTo>
                    <a:pt x="16198" y="5854"/>
                  </a:lnTo>
                  <a:lnTo>
                    <a:pt x="9381" y="5854"/>
                  </a:lnTo>
                  <a:lnTo>
                    <a:pt x="11672" y="4099"/>
                  </a:lnTo>
                  <a:cubicBezTo>
                    <a:pt x="11925" y="3909"/>
                    <a:pt x="11973" y="3550"/>
                    <a:pt x="11784" y="3301"/>
                  </a:cubicBezTo>
                  <a:cubicBezTo>
                    <a:pt x="11672" y="3157"/>
                    <a:pt x="11504" y="3082"/>
                    <a:pt x="11334" y="3082"/>
                  </a:cubicBezTo>
                  <a:cubicBezTo>
                    <a:pt x="11212" y="3082"/>
                    <a:pt x="11089" y="3121"/>
                    <a:pt x="10986" y="3201"/>
                  </a:cubicBezTo>
                  <a:lnTo>
                    <a:pt x="7598" y="5800"/>
                  </a:lnTo>
                  <a:cubicBezTo>
                    <a:pt x="7577" y="5818"/>
                    <a:pt x="7556" y="5836"/>
                    <a:pt x="7535" y="5854"/>
                  </a:cubicBezTo>
                  <a:lnTo>
                    <a:pt x="3072" y="5854"/>
                  </a:lnTo>
                  <a:lnTo>
                    <a:pt x="3440" y="4099"/>
                  </a:lnTo>
                  <a:cubicBezTo>
                    <a:pt x="3446" y="4083"/>
                    <a:pt x="3446" y="4065"/>
                    <a:pt x="3449" y="4047"/>
                  </a:cubicBezTo>
                  <a:cubicBezTo>
                    <a:pt x="3641" y="2382"/>
                    <a:pt x="4948" y="1126"/>
                    <a:pt x="6490" y="1126"/>
                  </a:cubicBezTo>
                  <a:close/>
                  <a:moveTo>
                    <a:pt x="11404" y="9606"/>
                  </a:moveTo>
                  <a:cubicBezTo>
                    <a:pt x="11718" y="9606"/>
                    <a:pt x="11967" y="9856"/>
                    <a:pt x="11967" y="10169"/>
                  </a:cubicBezTo>
                  <a:cubicBezTo>
                    <a:pt x="11967" y="10482"/>
                    <a:pt x="11718" y="10735"/>
                    <a:pt x="11404" y="10735"/>
                  </a:cubicBezTo>
                  <a:lnTo>
                    <a:pt x="7755" y="10735"/>
                  </a:lnTo>
                  <a:cubicBezTo>
                    <a:pt x="7442" y="10735"/>
                    <a:pt x="7189" y="10482"/>
                    <a:pt x="7189" y="10169"/>
                  </a:cubicBezTo>
                  <a:cubicBezTo>
                    <a:pt x="7189" y="9856"/>
                    <a:pt x="7442" y="9606"/>
                    <a:pt x="7755" y="9606"/>
                  </a:cubicBezTo>
                  <a:close/>
                  <a:moveTo>
                    <a:pt x="4457" y="8025"/>
                  </a:moveTo>
                  <a:cubicBezTo>
                    <a:pt x="5264" y="8025"/>
                    <a:pt x="5990" y="8510"/>
                    <a:pt x="6300" y="9254"/>
                  </a:cubicBezTo>
                  <a:cubicBezTo>
                    <a:pt x="6607" y="10001"/>
                    <a:pt x="6439" y="10859"/>
                    <a:pt x="5867" y="11428"/>
                  </a:cubicBezTo>
                  <a:cubicBezTo>
                    <a:pt x="5486" y="11811"/>
                    <a:pt x="4976" y="12014"/>
                    <a:pt x="4456" y="12014"/>
                  </a:cubicBezTo>
                  <a:cubicBezTo>
                    <a:pt x="4199" y="12014"/>
                    <a:pt x="3940" y="11964"/>
                    <a:pt x="3693" y="11862"/>
                  </a:cubicBezTo>
                  <a:cubicBezTo>
                    <a:pt x="2949" y="11554"/>
                    <a:pt x="2461" y="10826"/>
                    <a:pt x="2461" y="10019"/>
                  </a:cubicBezTo>
                  <a:cubicBezTo>
                    <a:pt x="2464" y="8920"/>
                    <a:pt x="3355" y="8025"/>
                    <a:pt x="4454" y="8025"/>
                  </a:cubicBezTo>
                  <a:close/>
                  <a:moveTo>
                    <a:pt x="14816" y="8025"/>
                  </a:moveTo>
                  <a:cubicBezTo>
                    <a:pt x="15915" y="8025"/>
                    <a:pt x="16810" y="8917"/>
                    <a:pt x="16810" y="10019"/>
                  </a:cubicBezTo>
                  <a:cubicBezTo>
                    <a:pt x="16810" y="10826"/>
                    <a:pt x="16325" y="11554"/>
                    <a:pt x="15578" y="11862"/>
                  </a:cubicBezTo>
                  <a:cubicBezTo>
                    <a:pt x="15332" y="11964"/>
                    <a:pt x="15073" y="12014"/>
                    <a:pt x="14816" y="12014"/>
                  </a:cubicBezTo>
                  <a:cubicBezTo>
                    <a:pt x="14297" y="12014"/>
                    <a:pt x="13786" y="11811"/>
                    <a:pt x="13404" y="11428"/>
                  </a:cubicBezTo>
                  <a:cubicBezTo>
                    <a:pt x="12835" y="10859"/>
                    <a:pt x="12663" y="10001"/>
                    <a:pt x="12973" y="9254"/>
                  </a:cubicBezTo>
                  <a:cubicBezTo>
                    <a:pt x="13280" y="8510"/>
                    <a:pt x="14009" y="8025"/>
                    <a:pt x="14816" y="8025"/>
                  </a:cubicBezTo>
                  <a:close/>
                  <a:moveTo>
                    <a:pt x="6490" y="0"/>
                  </a:moveTo>
                  <a:cubicBezTo>
                    <a:pt x="4385" y="0"/>
                    <a:pt x="2599" y="1671"/>
                    <a:pt x="2331" y="3894"/>
                  </a:cubicBezTo>
                  <a:lnTo>
                    <a:pt x="1907" y="5917"/>
                  </a:lnTo>
                  <a:cubicBezTo>
                    <a:pt x="799" y="6143"/>
                    <a:pt x="1" y="7119"/>
                    <a:pt x="1" y="8251"/>
                  </a:cubicBezTo>
                  <a:lnTo>
                    <a:pt x="1" y="11877"/>
                  </a:lnTo>
                  <a:cubicBezTo>
                    <a:pt x="1" y="13192"/>
                    <a:pt x="1064" y="14255"/>
                    <a:pt x="2380" y="14258"/>
                  </a:cubicBezTo>
                  <a:lnTo>
                    <a:pt x="16894" y="14258"/>
                  </a:lnTo>
                  <a:cubicBezTo>
                    <a:pt x="18207" y="14255"/>
                    <a:pt x="19270" y="13192"/>
                    <a:pt x="19273" y="11880"/>
                  </a:cubicBezTo>
                  <a:lnTo>
                    <a:pt x="19273" y="8251"/>
                  </a:lnTo>
                  <a:cubicBezTo>
                    <a:pt x="19270" y="7119"/>
                    <a:pt x="18472" y="6143"/>
                    <a:pt x="17364" y="5917"/>
                  </a:cubicBezTo>
                  <a:lnTo>
                    <a:pt x="16939" y="3894"/>
                  </a:lnTo>
                  <a:cubicBezTo>
                    <a:pt x="16671" y="1671"/>
                    <a:pt x="14885" y="0"/>
                    <a:pt x="12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154687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5" name="Google Shape;505;p20"/>
            <p:cNvSpPr/>
            <p:nvPr/>
          </p:nvSpPr>
          <p:spPr>
            <a:xfrm>
              <a:off x="180132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6" name="Google Shape;506;p20"/>
          <p:cNvGrpSpPr/>
          <p:nvPr/>
        </p:nvGrpSpPr>
        <p:grpSpPr>
          <a:xfrm>
            <a:off x="4402346" y="2093472"/>
            <a:ext cx="339306" cy="298186"/>
            <a:chOff x="2085450" y="2057100"/>
            <a:chExt cx="481900" cy="423500"/>
          </a:xfrm>
        </p:grpSpPr>
        <p:sp>
          <p:nvSpPr>
            <p:cNvPr id="507" name="Google Shape;507;p20"/>
            <p:cNvSpPr/>
            <p:nvPr/>
          </p:nvSpPr>
          <p:spPr>
            <a:xfrm>
              <a:off x="2085450" y="2061650"/>
              <a:ext cx="141250" cy="418950"/>
            </a:xfrm>
            <a:custGeom>
              <a:avLst/>
              <a:gdLst/>
              <a:ahLst/>
              <a:cxnLst/>
              <a:rect l="l" t="t" r="r" b="b"/>
              <a:pathLst>
                <a:path w="5650" h="16758" extrusionOk="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2254900" y="2061050"/>
              <a:ext cx="143050" cy="415650"/>
            </a:xfrm>
            <a:custGeom>
              <a:avLst/>
              <a:gdLst/>
              <a:ahLst/>
              <a:cxnLst/>
              <a:rect l="l" t="t" r="r" b="b"/>
              <a:pathLst>
                <a:path w="5722" h="16626" extrusionOk="0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2426175" y="2057100"/>
              <a:ext cx="141175" cy="418925"/>
            </a:xfrm>
            <a:custGeom>
              <a:avLst/>
              <a:gdLst/>
              <a:ahLst/>
              <a:cxnLst/>
              <a:rect l="l" t="t" r="r" b="b"/>
              <a:pathLst>
                <a:path w="5647" h="16757" extrusionOk="0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0" name="Google Shape;510;p20"/>
          <p:cNvGrpSpPr/>
          <p:nvPr/>
        </p:nvGrpSpPr>
        <p:grpSpPr>
          <a:xfrm>
            <a:off x="7017486" y="2072939"/>
            <a:ext cx="292078" cy="339253"/>
            <a:chOff x="4492800" y="2027925"/>
            <a:chExt cx="414825" cy="481825"/>
          </a:xfrm>
        </p:grpSpPr>
        <p:sp>
          <p:nvSpPr>
            <p:cNvPr id="511" name="Google Shape;511;p20"/>
            <p:cNvSpPr/>
            <p:nvPr/>
          </p:nvSpPr>
          <p:spPr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2" name="Google Shape;512;p20"/>
            <p:cNvSpPr/>
            <p:nvPr/>
          </p:nvSpPr>
          <p:spPr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1"/>
          <p:cNvSpPr txBox="1">
            <a:spLocks noGrp="1"/>
          </p:cNvSpPr>
          <p:nvPr>
            <p:ph type="title"/>
          </p:nvPr>
        </p:nvSpPr>
        <p:spPr>
          <a:xfrm>
            <a:off x="311700" y="901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518" name="Google Shape;518;p21"/>
          <p:cNvSpPr txBox="1"/>
          <p:nvPr/>
        </p:nvSpPr>
        <p:spPr>
          <a:xfrm>
            <a:off x="805050" y="3205425"/>
            <a:ext cx="3453600" cy="9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Jost"/>
                <a:ea typeface="Jost"/>
                <a:cs typeface="Jost"/>
                <a:sym typeface="Jost"/>
              </a:rPr>
              <a:t>Observation of variables other than pitstop time</a:t>
            </a:r>
            <a:endParaRPr sz="1900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2078150" y="2058038"/>
            <a:ext cx="711300" cy="71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0" name="Google Shape;520;p21"/>
          <p:cNvGrpSpPr/>
          <p:nvPr/>
        </p:nvGrpSpPr>
        <p:grpSpPr>
          <a:xfrm>
            <a:off x="2262510" y="2244073"/>
            <a:ext cx="342580" cy="339271"/>
            <a:chOff x="5049725" y="1435050"/>
            <a:chExt cx="486550" cy="481850"/>
          </a:xfrm>
        </p:grpSpPr>
        <p:sp>
          <p:nvSpPr>
            <p:cNvPr id="521" name="Google Shape;521;p21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25" name="Google Shape;525;p21"/>
          <p:cNvSpPr txBox="1"/>
          <p:nvPr/>
        </p:nvSpPr>
        <p:spPr>
          <a:xfrm>
            <a:off x="4972700" y="3129025"/>
            <a:ext cx="28479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Jost"/>
                <a:ea typeface="Jost"/>
                <a:cs typeface="Jost"/>
                <a:sym typeface="Jost"/>
              </a:rPr>
              <a:t>Including driver and their team’s informations</a:t>
            </a:r>
            <a:endParaRPr sz="1900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5900450" y="1982638"/>
            <a:ext cx="711300" cy="71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7" name="Google Shape;527;p21"/>
          <p:cNvGrpSpPr/>
          <p:nvPr/>
        </p:nvGrpSpPr>
        <p:grpSpPr>
          <a:xfrm>
            <a:off x="6085655" y="2248860"/>
            <a:ext cx="340890" cy="178912"/>
            <a:chOff x="2084325" y="363300"/>
            <a:chExt cx="484150" cy="254100"/>
          </a:xfrm>
        </p:grpSpPr>
        <p:sp>
          <p:nvSpPr>
            <p:cNvPr id="528" name="Google Shape;528;p21"/>
            <p:cNvSpPr/>
            <p:nvPr/>
          </p:nvSpPr>
          <p:spPr>
            <a:xfrm>
              <a:off x="2084325" y="363300"/>
              <a:ext cx="484150" cy="254100"/>
            </a:xfrm>
            <a:custGeom>
              <a:avLst/>
              <a:gdLst/>
              <a:ahLst/>
              <a:cxnLst/>
              <a:rect l="l" t="t" r="r" b="b"/>
              <a:pathLst>
                <a:path w="19366" h="10164" extrusionOk="0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2250600" y="419775"/>
              <a:ext cx="145175" cy="141125"/>
            </a:xfrm>
            <a:custGeom>
              <a:avLst/>
              <a:gdLst/>
              <a:ahLst/>
              <a:cxnLst/>
              <a:rect l="l" t="t" r="r" b="b"/>
              <a:pathLst>
                <a:path w="5807" h="5645" extrusionOk="0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2"/>
          <p:cNvSpPr txBox="1">
            <a:spLocks noGrp="1"/>
          </p:cNvSpPr>
          <p:nvPr>
            <p:ph type="title"/>
          </p:nvPr>
        </p:nvSpPr>
        <p:spPr>
          <a:xfrm>
            <a:off x="442200" y="1902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attention!</a:t>
            </a:r>
            <a:endParaRPr/>
          </a:p>
        </p:txBody>
      </p:sp>
      <p:grpSp>
        <p:nvGrpSpPr>
          <p:cNvPr id="535" name="Google Shape;535;p22"/>
          <p:cNvGrpSpPr/>
          <p:nvPr/>
        </p:nvGrpSpPr>
        <p:grpSpPr>
          <a:xfrm flipH="1">
            <a:off x="6801175" y="3843025"/>
            <a:ext cx="1221300" cy="570400"/>
            <a:chOff x="670175" y="3809850"/>
            <a:chExt cx="1221300" cy="570400"/>
          </a:xfrm>
        </p:grpSpPr>
        <p:cxnSp>
          <p:nvCxnSpPr>
            <p:cNvPr id="536" name="Google Shape;536;p22"/>
            <p:cNvCxnSpPr/>
            <p:nvPr/>
          </p:nvCxnSpPr>
          <p:spPr>
            <a:xfrm rot="10800000">
              <a:off x="670175" y="3999983"/>
              <a:ext cx="12213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22"/>
            <p:cNvCxnSpPr/>
            <p:nvPr/>
          </p:nvCxnSpPr>
          <p:spPr>
            <a:xfrm rot="10800000">
              <a:off x="670175" y="4380250"/>
              <a:ext cx="12213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22"/>
            <p:cNvCxnSpPr/>
            <p:nvPr/>
          </p:nvCxnSpPr>
          <p:spPr>
            <a:xfrm rot="10800000">
              <a:off x="995525" y="4190117"/>
              <a:ext cx="5706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9" name="Google Shape;539;p22"/>
            <p:cNvCxnSpPr/>
            <p:nvPr/>
          </p:nvCxnSpPr>
          <p:spPr>
            <a:xfrm rot="10800000">
              <a:off x="995525" y="3809850"/>
              <a:ext cx="5706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40" name="Google Shape;540;p22"/>
          <p:cNvSpPr/>
          <p:nvPr/>
        </p:nvSpPr>
        <p:spPr>
          <a:xfrm flipH="1">
            <a:off x="995525" y="4698850"/>
            <a:ext cx="7152900" cy="172500"/>
          </a:xfrm>
          <a:prstGeom prst="ellipse">
            <a:avLst/>
          </a:prstGeom>
          <a:solidFill>
            <a:srgbClr val="1E1E1E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1" name="Google Shape;541;p22"/>
          <p:cNvPicPr preferRelativeResize="0"/>
          <p:nvPr/>
        </p:nvPicPr>
        <p:blipFill rotWithShape="1">
          <a:blip r:embed="rId3">
            <a:alphaModFix/>
          </a:blip>
          <a:srcRect t="-3172" b="24648"/>
          <a:stretch/>
        </p:blipFill>
        <p:spPr>
          <a:xfrm flipH="1">
            <a:off x="2191174" y="3785444"/>
            <a:ext cx="4761650" cy="10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245</Words>
  <Application>Microsoft Office PowerPoint</Application>
  <PresentationFormat>On-screen Show (16:9)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Lato</vt:lpstr>
      <vt:lpstr>Arial</vt:lpstr>
      <vt:lpstr>Jost</vt:lpstr>
      <vt:lpstr>Raleway</vt:lpstr>
      <vt:lpstr>Krona One</vt:lpstr>
      <vt:lpstr>Streamline</vt:lpstr>
      <vt:lpstr>How Pit-Stop Time Correlates with Final Position in Formula 1</vt:lpstr>
      <vt:lpstr>General Information about F1:</vt:lpstr>
      <vt:lpstr>Data organizing steps that led to my findings:</vt:lpstr>
      <vt:lpstr>Statistics part: </vt:lpstr>
      <vt:lpstr>What does this information give us?</vt:lpstr>
      <vt:lpstr>Challenges I faced</vt:lpstr>
      <vt:lpstr>Future Work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Pit-Stop Time Correlates with Final Position in Formula 1</dc:title>
  <cp:lastModifiedBy>admin</cp:lastModifiedBy>
  <cp:revision>3</cp:revision>
  <dcterms:modified xsi:type="dcterms:W3CDTF">2025-04-30T21:34:43Z</dcterms:modified>
</cp:coreProperties>
</file>